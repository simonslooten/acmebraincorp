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5"/>
  </p:normalViewPr>
  <p:slideViewPr>
    <p:cSldViewPr snapToGrid="0" snapToObjects="1">
      <p:cViewPr varScale="1">
        <p:scale>
          <a:sx n="113" d="100"/>
          <a:sy n="113" d="100"/>
        </p:scale>
        <p:origin x="5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343545-DE8B-EF45-9834-31A08772BBE6}" type="doc">
      <dgm:prSet loTypeId="urn:microsoft.com/office/officeart/2008/layout/NameandTitleOrganizationalChart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2988A0-1750-5741-859F-C814DAAC6D5D}">
      <dgm:prSet phldrT="[Text]"/>
      <dgm:spPr/>
      <dgm:t>
        <a:bodyPr/>
        <a:lstStyle/>
        <a:p>
          <a:r>
            <a:rPr lang="en-US" dirty="0" smtClean="0"/>
            <a:t>Board</a:t>
          </a:r>
        </a:p>
      </dgm:t>
    </dgm:pt>
    <dgm:pt modelId="{6E6D7086-AE06-994E-9B8A-67B02989F932}" type="parTrans" cxnId="{B45BDBE4-1072-464B-8730-1DEFB1006240}">
      <dgm:prSet/>
      <dgm:spPr/>
      <dgm:t>
        <a:bodyPr/>
        <a:lstStyle/>
        <a:p>
          <a:endParaRPr lang="en-US"/>
        </a:p>
      </dgm:t>
    </dgm:pt>
    <dgm:pt modelId="{97314E72-02C9-1F4F-8CE5-DED67ECA675C}" type="sibTrans" cxnId="{B45BDBE4-1072-464B-8730-1DEFB1006240}">
      <dgm:prSet/>
      <dgm:spPr/>
      <dgm:t>
        <a:bodyPr/>
        <a:lstStyle/>
        <a:p>
          <a:endParaRPr lang="en-US"/>
        </a:p>
      </dgm:t>
    </dgm:pt>
    <dgm:pt modelId="{6D0879E0-BD3C-BF4B-BEE6-E07F5DFC4351}" type="asst">
      <dgm:prSet phldrT="[Text]"/>
      <dgm:spPr/>
      <dgm:t>
        <a:bodyPr/>
        <a:lstStyle/>
        <a:p>
          <a:r>
            <a:rPr lang="en-US" dirty="0" err="1" smtClean="0"/>
            <a:t>Offc</a:t>
          </a:r>
          <a:r>
            <a:rPr lang="en-US" dirty="0" smtClean="0"/>
            <a:t>. Man.</a:t>
          </a:r>
          <a:endParaRPr lang="en-US" dirty="0"/>
        </a:p>
      </dgm:t>
    </dgm:pt>
    <dgm:pt modelId="{6AACC0B8-578E-E346-91F5-09FC6584FE0E}" type="parTrans" cxnId="{205D7ADE-F68E-7248-808E-F9C6F4EAE720}">
      <dgm:prSet/>
      <dgm:spPr/>
      <dgm:t>
        <a:bodyPr/>
        <a:lstStyle/>
        <a:p>
          <a:endParaRPr lang="en-US"/>
        </a:p>
      </dgm:t>
    </dgm:pt>
    <dgm:pt modelId="{50AA2FB0-7EB9-C449-8143-55B6DA106711}" type="sibTrans" cxnId="{205D7ADE-F68E-7248-808E-F9C6F4EAE720}">
      <dgm:prSet/>
      <dgm:spPr/>
      <dgm:t>
        <a:bodyPr/>
        <a:lstStyle/>
        <a:p>
          <a:endParaRPr lang="en-US"/>
        </a:p>
      </dgm:t>
    </dgm:pt>
    <dgm:pt modelId="{F0C60353-5CC8-524D-84A3-77539AC5DB00}">
      <dgm:prSet phldrT="[Text]"/>
      <dgm:spPr/>
      <dgm:t>
        <a:bodyPr/>
        <a:lstStyle/>
        <a:p>
          <a:r>
            <a:rPr lang="en-US" dirty="0" smtClean="0"/>
            <a:t>Man Dir</a:t>
          </a:r>
          <a:endParaRPr lang="en-US" dirty="0"/>
        </a:p>
      </dgm:t>
    </dgm:pt>
    <dgm:pt modelId="{C0ADD77B-86D8-1349-B35B-860177631C8C}" type="parTrans" cxnId="{5E632418-777E-0E44-AB18-066120217373}">
      <dgm:prSet/>
      <dgm:spPr/>
      <dgm:t>
        <a:bodyPr/>
        <a:lstStyle/>
        <a:p>
          <a:endParaRPr lang="en-US"/>
        </a:p>
      </dgm:t>
    </dgm:pt>
    <dgm:pt modelId="{569F7356-A4C1-4949-BFA5-C94CCD700637}" type="sibTrans" cxnId="{5E632418-777E-0E44-AB18-066120217373}">
      <dgm:prSet/>
      <dgm:spPr/>
      <dgm:t>
        <a:bodyPr/>
        <a:lstStyle/>
        <a:p>
          <a:endParaRPr lang="en-US"/>
        </a:p>
      </dgm:t>
    </dgm:pt>
    <dgm:pt modelId="{6E479EBB-59D5-CC4A-BDC1-971AA0D21733}">
      <dgm:prSet phldrT="[Text]"/>
      <dgm:spPr/>
      <dgm:t>
        <a:bodyPr/>
        <a:lstStyle/>
        <a:p>
          <a:r>
            <a:rPr lang="en-US" dirty="0" smtClean="0"/>
            <a:t>Operations</a:t>
          </a:r>
          <a:endParaRPr lang="en-US" dirty="0"/>
        </a:p>
      </dgm:t>
    </dgm:pt>
    <dgm:pt modelId="{1E01073A-A0F4-E045-98BF-AB1D6CD38900}" type="parTrans" cxnId="{C42F45FF-8722-944C-8611-AA7FD669FA4F}">
      <dgm:prSet/>
      <dgm:spPr/>
      <dgm:t>
        <a:bodyPr/>
        <a:lstStyle/>
        <a:p>
          <a:endParaRPr lang="en-US"/>
        </a:p>
      </dgm:t>
    </dgm:pt>
    <dgm:pt modelId="{34BA5FCB-7FA3-0D43-AF8C-19D345F5BC3C}" type="sibTrans" cxnId="{C42F45FF-8722-944C-8611-AA7FD669FA4F}">
      <dgm:prSet/>
      <dgm:spPr/>
      <dgm:t>
        <a:bodyPr/>
        <a:lstStyle/>
        <a:p>
          <a:endParaRPr lang="en-US"/>
        </a:p>
      </dgm:t>
    </dgm:pt>
    <dgm:pt modelId="{762D8F02-BF03-DC43-B055-CA5EA0F8A3FE}">
      <dgm:prSet phldrT="[Text]"/>
      <dgm:spPr/>
      <dgm:t>
        <a:bodyPr/>
        <a:lstStyle/>
        <a:p>
          <a:r>
            <a:rPr lang="en-US" dirty="0" smtClean="0"/>
            <a:t>Ops</a:t>
          </a:r>
          <a:endParaRPr lang="en-US" dirty="0"/>
        </a:p>
      </dgm:t>
    </dgm:pt>
    <dgm:pt modelId="{65E91303-D2D0-F046-800D-62227490C8D8}" type="parTrans" cxnId="{29B01C68-6B77-0547-A9CA-984F76EE8332}">
      <dgm:prSet/>
      <dgm:spPr/>
      <dgm:t>
        <a:bodyPr/>
        <a:lstStyle/>
        <a:p>
          <a:endParaRPr lang="en-US"/>
        </a:p>
      </dgm:t>
    </dgm:pt>
    <dgm:pt modelId="{213653DB-F69F-4A48-BBCE-1FB26B09BCF8}" type="sibTrans" cxnId="{29B01C68-6B77-0547-A9CA-984F76EE8332}">
      <dgm:prSet/>
      <dgm:spPr/>
      <dgm:t>
        <a:bodyPr/>
        <a:lstStyle/>
        <a:p>
          <a:endParaRPr lang="en-US"/>
        </a:p>
      </dgm:t>
    </dgm:pt>
    <dgm:pt modelId="{A5D08ACA-8933-4B4C-85E8-DC769B84BD22}">
      <dgm:prSet/>
      <dgm:spPr/>
      <dgm:t>
        <a:bodyPr/>
        <a:lstStyle/>
        <a:p>
          <a:r>
            <a:rPr lang="en-US" dirty="0" smtClean="0"/>
            <a:t>Admin</a:t>
          </a:r>
          <a:endParaRPr lang="en-US" dirty="0"/>
        </a:p>
      </dgm:t>
    </dgm:pt>
    <dgm:pt modelId="{6B030F75-C306-7146-B520-7A4D1264686F}" type="parTrans" cxnId="{C32DD5C6-44FD-6B4D-95EB-C390EB94B7F9}">
      <dgm:prSet/>
      <dgm:spPr/>
      <dgm:t>
        <a:bodyPr/>
        <a:lstStyle/>
        <a:p>
          <a:endParaRPr lang="en-US"/>
        </a:p>
      </dgm:t>
    </dgm:pt>
    <dgm:pt modelId="{66C8ECA4-D0D1-6D49-B5B5-6D0A68FE9B82}" type="sibTrans" cxnId="{C32DD5C6-44FD-6B4D-95EB-C390EB94B7F9}">
      <dgm:prSet/>
      <dgm:spPr/>
      <dgm:t>
        <a:bodyPr/>
        <a:lstStyle/>
        <a:p>
          <a:endParaRPr lang="en-US"/>
        </a:p>
      </dgm:t>
    </dgm:pt>
    <dgm:pt modelId="{0C534E93-3F32-3642-B9E6-A289B0084A15}">
      <dgm:prSet phldrT="[Text]"/>
      <dgm:spPr/>
      <dgm:t>
        <a:bodyPr/>
        <a:lstStyle/>
        <a:p>
          <a:r>
            <a:rPr lang="en-US" dirty="0" smtClean="0"/>
            <a:t>Sales / </a:t>
          </a:r>
          <a:r>
            <a:rPr lang="en-US" smtClean="0"/>
            <a:t>Mktg</a:t>
          </a:r>
          <a:endParaRPr lang="en-US" dirty="0"/>
        </a:p>
      </dgm:t>
    </dgm:pt>
    <dgm:pt modelId="{2CD1DEF2-5A6F-B34C-B30A-9284D06B41A4}" type="parTrans" cxnId="{1B566BCB-711C-D74E-863F-FC9D5ACF38AE}">
      <dgm:prSet/>
      <dgm:spPr/>
      <dgm:t>
        <a:bodyPr/>
        <a:lstStyle/>
        <a:p>
          <a:endParaRPr lang="en-US"/>
        </a:p>
      </dgm:t>
    </dgm:pt>
    <dgm:pt modelId="{67A44273-5F1B-9F4B-B33D-56496DF5798C}" type="sibTrans" cxnId="{1B566BCB-711C-D74E-863F-FC9D5ACF38AE}">
      <dgm:prSet/>
      <dgm:spPr/>
      <dgm:t>
        <a:bodyPr/>
        <a:lstStyle/>
        <a:p>
          <a:endParaRPr lang="en-US"/>
        </a:p>
      </dgm:t>
    </dgm:pt>
    <dgm:pt modelId="{7170ED8F-5E62-8F4A-BD8E-348F9A6A5124}">
      <dgm:prSet phldrT="[Text]"/>
      <dgm:spPr/>
      <dgm:t>
        <a:bodyPr/>
        <a:lstStyle/>
        <a:p>
          <a:r>
            <a:rPr lang="en-US" dirty="0" smtClean="0"/>
            <a:t>Dev</a:t>
          </a:r>
          <a:endParaRPr lang="en-US" dirty="0"/>
        </a:p>
      </dgm:t>
    </dgm:pt>
    <dgm:pt modelId="{57800601-9BC2-3C48-B0D9-93D1644595B1}" type="parTrans" cxnId="{7E0DD5B0-391D-9C4B-9AB1-137284C0D8C6}">
      <dgm:prSet/>
      <dgm:spPr/>
      <dgm:t>
        <a:bodyPr/>
        <a:lstStyle/>
        <a:p>
          <a:endParaRPr lang="en-US"/>
        </a:p>
      </dgm:t>
    </dgm:pt>
    <dgm:pt modelId="{CCD92D9D-8D47-3D49-9C5A-A1A38A27E6D9}" type="sibTrans" cxnId="{7E0DD5B0-391D-9C4B-9AB1-137284C0D8C6}">
      <dgm:prSet/>
      <dgm:spPr/>
      <dgm:t>
        <a:bodyPr/>
        <a:lstStyle/>
        <a:p>
          <a:endParaRPr lang="en-US"/>
        </a:p>
      </dgm:t>
    </dgm:pt>
    <dgm:pt modelId="{61F76997-D32F-6A46-BF4C-6F2A5D911677}">
      <dgm:prSet phldrT="[Text]"/>
      <dgm:spPr/>
      <dgm:t>
        <a:bodyPr/>
        <a:lstStyle/>
        <a:p>
          <a:r>
            <a:rPr lang="en-US" smtClean="0"/>
            <a:t>BI / ML</a:t>
          </a:r>
          <a:endParaRPr lang="en-US" dirty="0"/>
        </a:p>
      </dgm:t>
    </dgm:pt>
    <dgm:pt modelId="{B4463B21-5AD4-1548-8E15-6B4E3F214ADE}" type="parTrans" cxnId="{4E644289-38D1-A145-81FD-B2176C16F86B}">
      <dgm:prSet/>
      <dgm:spPr/>
      <dgm:t>
        <a:bodyPr/>
        <a:lstStyle/>
        <a:p>
          <a:endParaRPr lang="en-US"/>
        </a:p>
      </dgm:t>
    </dgm:pt>
    <dgm:pt modelId="{B8390D6B-D043-BC4D-8FAA-5D801F6D4522}" type="sibTrans" cxnId="{4E644289-38D1-A145-81FD-B2176C16F86B}">
      <dgm:prSet/>
      <dgm:spPr/>
      <dgm:t>
        <a:bodyPr/>
        <a:lstStyle/>
        <a:p>
          <a:endParaRPr lang="en-US"/>
        </a:p>
      </dgm:t>
    </dgm:pt>
    <dgm:pt modelId="{5477A34C-A901-D549-86A5-3FE457C51024}" type="pres">
      <dgm:prSet presAssocID="{00343545-DE8B-EF45-9834-31A08772BBE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9030EA74-724B-884B-9D6C-1B50357B6AFD}" type="pres">
      <dgm:prSet presAssocID="{802988A0-1750-5741-859F-C814DAAC6D5D}" presName="hierRoot1" presStyleCnt="0">
        <dgm:presLayoutVars>
          <dgm:hierBranch val="init"/>
        </dgm:presLayoutVars>
      </dgm:prSet>
      <dgm:spPr/>
    </dgm:pt>
    <dgm:pt modelId="{B57DCAAB-12E4-6B44-9508-52266D155D51}" type="pres">
      <dgm:prSet presAssocID="{802988A0-1750-5741-859F-C814DAAC6D5D}" presName="rootComposite1" presStyleCnt="0"/>
      <dgm:spPr/>
    </dgm:pt>
    <dgm:pt modelId="{9616629A-D4D4-4C44-A6AC-87E2C3CD43A8}" type="pres">
      <dgm:prSet presAssocID="{802988A0-1750-5741-859F-C814DAAC6D5D}" presName="rootText1" presStyleLbl="node0" presStyleIdx="0" presStyleCnt="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47863973-895B-BE47-B2FB-96A8984A47D5}" type="pres">
      <dgm:prSet presAssocID="{802988A0-1750-5741-859F-C814DAAC6D5D}" presName="titleText1" presStyleLbl="fgAcc0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3BC51398-E0A7-7643-943A-1923F0EFACDA}" type="pres">
      <dgm:prSet presAssocID="{802988A0-1750-5741-859F-C814DAAC6D5D}" presName="rootConnector1" presStyleLbl="node1" presStyleIdx="0" presStyleCnt="7"/>
      <dgm:spPr/>
      <dgm:t>
        <a:bodyPr/>
        <a:lstStyle/>
        <a:p>
          <a:endParaRPr lang="en-US"/>
        </a:p>
      </dgm:t>
    </dgm:pt>
    <dgm:pt modelId="{0B4D1BA8-F612-2B40-A844-DA9479C7DE8B}" type="pres">
      <dgm:prSet presAssocID="{802988A0-1750-5741-859F-C814DAAC6D5D}" presName="hierChild2" presStyleCnt="0"/>
      <dgm:spPr/>
    </dgm:pt>
    <dgm:pt modelId="{E9BF9748-8BF2-E94A-8F8C-8E1E2C06F513}" type="pres">
      <dgm:prSet presAssocID="{C0ADD77B-86D8-1349-B35B-860177631C8C}" presName="Name37" presStyleLbl="parChTrans1D2" presStyleIdx="0" presStyleCnt="1"/>
      <dgm:spPr/>
      <dgm:t>
        <a:bodyPr/>
        <a:lstStyle/>
        <a:p>
          <a:endParaRPr lang="en-US"/>
        </a:p>
      </dgm:t>
    </dgm:pt>
    <dgm:pt modelId="{BEBEA59C-1FB8-504D-9DB9-5FF9F2C78408}" type="pres">
      <dgm:prSet presAssocID="{F0C60353-5CC8-524D-84A3-77539AC5DB00}" presName="hierRoot2" presStyleCnt="0">
        <dgm:presLayoutVars>
          <dgm:hierBranch val="init"/>
        </dgm:presLayoutVars>
      </dgm:prSet>
      <dgm:spPr/>
    </dgm:pt>
    <dgm:pt modelId="{83C6EFC7-0B13-E34F-9A87-6D1B2C89226D}" type="pres">
      <dgm:prSet presAssocID="{F0C60353-5CC8-524D-84A3-77539AC5DB00}" presName="rootComposite" presStyleCnt="0"/>
      <dgm:spPr/>
    </dgm:pt>
    <dgm:pt modelId="{150AB9C8-972E-1641-B58C-4BCA4BB6FEDC}" type="pres">
      <dgm:prSet presAssocID="{F0C60353-5CC8-524D-84A3-77539AC5DB00}" presName="rootText" presStyleLbl="node1" presStyleIdx="0" presStyleCnt="7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69F7085D-6484-754A-ACFF-809971291575}" type="pres">
      <dgm:prSet presAssocID="{F0C60353-5CC8-524D-84A3-77539AC5DB00}" presName="titleText2" presStyleLbl="fgAcc1" presStyleIdx="0" presStyleCnt="7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D752A41D-DF58-4147-93F7-B1CC20A37349}" type="pres">
      <dgm:prSet presAssocID="{F0C60353-5CC8-524D-84A3-77539AC5DB00}" presName="rootConnector" presStyleLbl="node2" presStyleIdx="0" presStyleCnt="0"/>
      <dgm:spPr/>
      <dgm:t>
        <a:bodyPr/>
        <a:lstStyle/>
        <a:p>
          <a:endParaRPr lang="en-US"/>
        </a:p>
      </dgm:t>
    </dgm:pt>
    <dgm:pt modelId="{1C4981EC-528C-3E45-842C-14E6EF042715}" type="pres">
      <dgm:prSet presAssocID="{F0C60353-5CC8-524D-84A3-77539AC5DB00}" presName="hierChild4" presStyleCnt="0"/>
      <dgm:spPr/>
    </dgm:pt>
    <dgm:pt modelId="{CE32950D-9D99-7F46-9AB7-46F7C19AAEE3}" type="pres">
      <dgm:prSet presAssocID="{2CD1DEF2-5A6F-B34C-B30A-9284D06B41A4}" presName="Name37" presStyleLbl="parChTrans1D3" presStyleIdx="0" presStyleCnt="4"/>
      <dgm:spPr/>
      <dgm:t>
        <a:bodyPr/>
        <a:lstStyle/>
        <a:p>
          <a:endParaRPr lang="en-US"/>
        </a:p>
      </dgm:t>
    </dgm:pt>
    <dgm:pt modelId="{8BB88E4B-C77A-834F-8C0C-18C5AE9D4D78}" type="pres">
      <dgm:prSet presAssocID="{0C534E93-3F32-3642-B9E6-A289B0084A15}" presName="hierRoot2" presStyleCnt="0">
        <dgm:presLayoutVars>
          <dgm:hierBranch val="init"/>
        </dgm:presLayoutVars>
      </dgm:prSet>
      <dgm:spPr/>
    </dgm:pt>
    <dgm:pt modelId="{082E9C51-B488-F745-9BCF-C179739F853A}" type="pres">
      <dgm:prSet presAssocID="{0C534E93-3F32-3642-B9E6-A289B0084A15}" presName="rootComposite" presStyleCnt="0"/>
      <dgm:spPr/>
    </dgm:pt>
    <dgm:pt modelId="{F52BD7E8-EC5B-D74D-9C1E-78AC4BBB91DF}" type="pres">
      <dgm:prSet presAssocID="{0C534E93-3F32-3642-B9E6-A289B0084A15}" presName="rootText" presStyleLbl="node1" presStyleIdx="1" presStyleCnt="7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473636B7-B938-6740-B424-59F52D006807}" type="pres">
      <dgm:prSet presAssocID="{0C534E93-3F32-3642-B9E6-A289B0084A15}" presName="titleText2" presStyleLbl="fgAcc1" presStyleIdx="1" presStyleCnt="7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D2C8007B-8069-D34F-B2A3-0605FFE73BCD}" type="pres">
      <dgm:prSet presAssocID="{0C534E93-3F32-3642-B9E6-A289B0084A15}" presName="rootConnector" presStyleLbl="node3" presStyleIdx="0" presStyleCnt="0"/>
      <dgm:spPr/>
      <dgm:t>
        <a:bodyPr/>
        <a:lstStyle/>
        <a:p>
          <a:endParaRPr lang="en-US"/>
        </a:p>
      </dgm:t>
    </dgm:pt>
    <dgm:pt modelId="{A84E466C-2960-894C-945A-14E800318FAD}" type="pres">
      <dgm:prSet presAssocID="{0C534E93-3F32-3642-B9E6-A289B0084A15}" presName="hierChild4" presStyleCnt="0"/>
      <dgm:spPr/>
    </dgm:pt>
    <dgm:pt modelId="{764C3CFA-B6F6-F041-AC13-340986171F10}" type="pres">
      <dgm:prSet presAssocID="{0C534E93-3F32-3642-B9E6-A289B0084A15}" presName="hierChild5" presStyleCnt="0"/>
      <dgm:spPr/>
    </dgm:pt>
    <dgm:pt modelId="{60317571-9C88-9E47-A679-C3D1D24AAD85}" type="pres">
      <dgm:prSet presAssocID="{6B030F75-C306-7146-B520-7A4D1264686F}" presName="Name37" presStyleLbl="parChTrans1D3" presStyleIdx="1" presStyleCnt="4"/>
      <dgm:spPr/>
      <dgm:t>
        <a:bodyPr/>
        <a:lstStyle/>
        <a:p>
          <a:endParaRPr lang="en-US"/>
        </a:p>
      </dgm:t>
    </dgm:pt>
    <dgm:pt modelId="{21FC71E7-43EA-B944-B635-2D79170FBDE2}" type="pres">
      <dgm:prSet presAssocID="{A5D08ACA-8933-4B4C-85E8-DC769B84BD22}" presName="hierRoot2" presStyleCnt="0">
        <dgm:presLayoutVars>
          <dgm:hierBranch val="init"/>
        </dgm:presLayoutVars>
      </dgm:prSet>
      <dgm:spPr/>
    </dgm:pt>
    <dgm:pt modelId="{07F212F2-0D48-E24D-BDBA-025A8D877896}" type="pres">
      <dgm:prSet presAssocID="{A5D08ACA-8933-4B4C-85E8-DC769B84BD22}" presName="rootComposite" presStyleCnt="0"/>
      <dgm:spPr/>
    </dgm:pt>
    <dgm:pt modelId="{71B75011-C46B-1B4E-84CA-ABEB5585FF97}" type="pres">
      <dgm:prSet presAssocID="{A5D08ACA-8933-4B4C-85E8-DC769B84BD22}" presName="rootText" presStyleLbl="node1" presStyleIdx="2" presStyleCnt="7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F8A20F3A-559C-9743-B777-709CEFE0BA14}" type="pres">
      <dgm:prSet presAssocID="{A5D08ACA-8933-4B4C-85E8-DC769B84BD22}" presName="titleText2" presStyleLbl="fgAcc1" presStyleIdx="2" presStyleCnt="7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68B3DBC0-9269-0F4F-B79A-CA727D2692B5}" type="pres">
      <dgm:prSet presAssocID="{A5D08ACA-8933-4B4C-85E8-DC769B84BD22}" presName="rootConnector" presStyleLbl="node3" presStyleIdx="0" presStyleCnt="0"/>
      <dgm:spPr/>
      <dgm:t>
        <a:bodyPr/>
        <a:lstStyle/>
        <a:p>
          <a:endParaRPr lang="en-US"/>
        </a:p>
      </dgm:t>
    </dgm:pt>
    <dgm:pt modelId="{13D002F5-BE61-834A-9781-A53A154437E6}" type="pres">
      <dgm:prSet presAssocID="{A5D08ACA-8933-4B4C-85E8-DC769B84BD22}" presName="hierChild4" presStyleCnt="0"/>
      <dgm:spPr/>
    </dgm:pt>
    <dgm:pt modelId="{0F830E26-0D77-F844-9F04-9AA175E74A9A}" type="pres">
      <dgm:prSet presAssocID="{A5D08ACA-8933-4B4C-85E8-DC769B84BD22}" presName="hierChild5" presStyleCnt="0"/>
      <dgm:spPr/>
    </dgm:pt>
    <dgm:pt modelId="{34EB32BC-D089-2C48-97B9-14B46DDE7762}" type="pres">
      <dgm:prSet presAssocID="{1E01073A-A0F4-E045-98BF-AB1D6CD38900}" presName="Name37" presStyleLbl="parChTrans1D3" presStyleIdx="2" presStyleCnt="4"/>
      <dgm:spPr/>
      <dgm:t>
        <a:bodyPr/>
        <a:lstStyle/>
        <a:p>
          <a:endParaRPr lang="en-US"/>
        </a:p>
      </dgm:t>
    </dgm:pt>
    <dgm:pt modelId="{5E889795-6782-A24E-BF92-E51903269E0E}" type="pres">
      <dgm:prSet presAssocID="{6E479EBB-59D5-CC4A-BDC1-971AA0D21733}" presName="hierRoot2" presStyleCnt="0">
        <dgm:presLayoutVars>
          <dgm:hierBranch val="init"/>
        </dgm:presLayoutVars>
      </dgm:prSet>
      <dgm:spPr/>
    </dgm:pt>
    <dgm:pt modelId="{766FB653-BCFC-114B-B311-4FD35B06A73B}" type="pres">
      <dgm:prSet presAssocID="{6E479EBB-59D5-CC4A-BDC1-971AA0D21733}" presName="rootComposite" presStyleCnt="0"/>
      <dgm:spPr/>
    </dgm:pt>
    <dgm:pt modelId="{A1AE446A-0047-8C4E-9D3E-55A991120C7D}" type="pres">
      <dgm:prSet presAssocID="{6E479EBB-59D5-CC4A-BDC1-971AA0D21733}" presName="rootText" presStyleLbl="node1" presStyleIdx="3" presStyleCnt="7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91ECA5DE-861E-4442-8763-DB0E0B39302C}" type="pres">
      <dgm:prSet presAssocID="{6E479EBB-59D5-CC4A-BDC1-971AA0D21733}" presName="titleText2" presStyleLbl="fgAcc1" presStyleIdx="3" presStyleCnt="7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B980A626-39EF-E647-9FB9-BF99E4D32CA3}" type="pres">
      <dgm:prSet presAssocID="{6E479EBB-59D5-CC4A-BDC1-971AA0D21733}" presName="rootConnector" presStyleLbl="node3" presStyleIdx="0" presStyleCnt="0"/>
      <dgm:spPr/>
      <dgm:t>
        <a:bodyPr/>
        <a:lstStyle/>
        <a:p>
          <a:endParaRPr lang="en-US"/>
        </a:p>
      </dgm:t>
    </dgm:pt>
    <dgm:pt modelId="{D433F9A2-5507-EF41-861E-09B8351F5E72}" type="pres">
      <dgm:prSet presAssocID="{6E479EBB-59D5-CC4A-BDC1-971AA0D21733}" presName="hierChild4" presStyleCnt="0"/>
      <dgm:spPr/>
    </dgm:pt>
    <dgm:pt modelId="{DE34FC2E-9479-7E4F-8E62-0B928C6047B5}" type="pres">
      <dgm:prSet presAssocID="{65E91303-D2D0-F046-800D-62227490C8D8}" presName="Name37" presStyleLbl="parChTrans1D4" presStyleIdx="0" presStyleCnt="3"/>
      <dgm:spPr/>
      <dgm:t>
        <a:bodyPr/>
        <a:lstStyle/>
        <a:p>
          <a:endParaRPr lang="en-US"/>
        </a:p>
      </dgm:t>
    </dgm:pt>
    <dgm:pt modelId="{FF43AD30-7C59-7147-948F-C612C8DF13F1}" type="pres">
      <dgm:prSet presAssocID="{762D8F02-BF03-DC43-B055-CA5EA0F8A3FE}" presName="hierRoot2" presStyleCnt="0">
        <dgm:presLayoutVars>
          <dgm:hierBranch val="init"/>
        </dgm:presLayoutVars>
      </dgm:prSet>
      <dgm:spPr/>
    </dgm:pt>
    <dgm:pt modelId="{9639714D-14F4-9543-A2AF-25EF964DA059}" type="pres">
      <dgm:prSet presAssocID="{762D8F02-BF03-DC43-B055-CA5EA0F8A3FE}" presName="rootComposite" presStyleCnt="0"/>
      <dgm:spPr/>
    </dgm:pt>
    <dgm:pt modelId="{4EA9723F-9959-9141-B573-6DFDBCE50BB0}" type="pres">
      <dgm:prSet presAssocID="{762D8F02-BF03-DC43-B055-CA5EA0F8A3FE}" presName="rootText" presStyleLbl="node1" presStyleIdx="4" presStyleCnt="7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7EA36EEA-0B0D-8842-8B5C-DD92CFCF0420}" type="pres">
      <dgm:prSet presAssocID="{762D8F02-BF03-DC43-B055-CA5EA0F8A3FE}" presName="titleText2" presStyleLbl="fgAcc1" presStyleIdx="4" presStyleCnt="7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DEA204C6-00FA-7748-89D4-359AEFE78192}" type="pres">
      <dgm:prSet presAssocID="{762D8F02-BF03-DC43-B055-CA5EA0F8A3FE}" presName="rootConnector" presStyleLbl="node4" presStyleIdx="0" presStyleCnt="0"/>
      <dgm:spPr/>
      <dgm:t>
        <a:bodyPr/>
        <a:lstStyle/>
        <a:p>
          <a:endParaRPr lang="en-US"/>
        </a:p>
      </dgm:t>
    </dgm:pt>
    <dgm:pt modelId="{708DC3C9-BECB-CA45-9B2A-0EDB529F450E}" type="pres">
      <dgm:prSet presAssocID="{762D8F02-BF03-DC43-B055-CA5EA0F8A3FE}" presName="hierChild4" presStyleCnt="0"/>
      <dgm:spPr/>
    </dgm:pt>
    <dgm:pt modelId="{3CA87682-1A8B-984C-B493-B3B4B414D528}" type="pres">
      <dgm:prSet presAssocID="{762D8F02-BF03-DC43-B055-CA5EA0F8A3FE}" presName="hierChild5" presStyleCnt="0"/>
      <dgm:spPr/>
    </dgm:pt>
    <dgm:pt modelId="{B0CAFDEB-DFD1-234A-B796-9A1050B34DB3}" type="pres">
      <dgm:prSet presAssocID="{57800601-9BC2-3C48-B0D9-93D1644595B1}" presName="Name37" presStyleLbl="parChTrans1D4" presStyleIdx="1" presStyleCnt="3"/>
      <dgm:spPr/>
      <dgm:t>
        <a:bodyPr/>
        <a:lstStyle/>
        <a:p>
          <a:endParaRPr lang="en-US"/>
        </a:p>
      </dgm:t>
    </dgm:pt>
    <dgm:pt modelId="{64918DE8-2FAF-D144-BCBB-53A1A45F9673}" type="pres">
      <dgm:prSet presAssocID="{7170ED8F-5E62-8F4A-BD8E-348F9A6A5124}" presName="hierRoot2" presStyleCnt="0">
        <dgm:presLayoutVars>
          <dgm:hierBranch val="init"/>
        </dgm:presLayoutVars>
      </dgm:prSet>
      <dgm:spPr/>
    </dgm:pt>
    <dgm:pt modelId="{31C30451-5864-4245-A7DE-44B104B73C13}" type="pres">
      <dgm:prSet presAssocID="{7170ED8F-5E62-8F4A-BD8E-348F9A6A5124}" presName="rootComposite" presStyleCnt="0"/>
      <dgm:spPr/>
    </dgm:pt>
    <dgm:pt modelId="{B5326F5F-85CD-D14C-A9C5-C9EABDC2B430}" type="pres">
      <dgm:prSet presAssocID="{7170ED8F-5E62-8F4A-BD8E-348F9A6A5124}" presName="rootText" presStyleLbl="node1" presStyleIdx="5" presStyleCnt="7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EB612769-8243-5746-9EA9-CB57E60CF96B}" type="pres">
      <dgm:prSet presAssocID="{7170ED8F-5E62-8F4A-BD8E-348F9A6A5124}" presName="titleText2" presStyleLbl="fgAcc1" presStyleIdx="5" presStyleCnt="7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17944435-E787-614E-9310-75873253C1BA}" type="pres">
      <dgm:prSet presAssocID="{7170ED8F-5E62-8F4A-BD8E-348F9A6A5124}" presName="rootConnector" presStyleLbl="node4" presStyleIdx="0" presStyleCnt="0"/>
      <dgm:spPr/>
      <dgm:t>
        <a:bodyPr/>
        <a:lstStyle/>
        <a:p>
          <a:endParaRPr lang="en-US"/>
        </a:p>
      </dgm:t>
    </dgm:pt>
    <dgm:pt modelId="{E25A2013-81D5-C34C-8950-D416A3EE1543}" type="pres">
      <dgm:prSet presAssocID="{7170ED8F-5E62-8F4A-BD8E-348F9A6A5124}" presName="hierChild4" presStyleCnt="0"/>
      <dgm:spPr/>
    </dgm:pt>
    <dgm:pt modelId="{BC3821AD-73FB-5D4B-86F5-32178FD8736C}" type="pres">
      <dgm:prSet presAssocID="{7170ED8F-5E62-8F4A-BD8E-348F9A6A5124}" presName="hierChild5" presStyleCnt="0"/>
      <dgm:spPr/>
    </dgm:pt>
    <dgm:pt modelId="{E99D84E3-3849-5741-B25B-8971A25E20D8}" type="pres">
      <dgm:prSet presAssocID="{B4463B21-5AD4-1548-8E15-6B4E3F214ADE}" presName="Name37" presStyleLbl="parChTrans1D4" presStyleIdx="2" presStyleCnt="3"/>
      <dgm:spPr/>
      <dgm:t>
        <a:bodyPr/>
        <a:lstStyle/>
        <a:p>
          <a:endParaRPr lang="en-US"/>
        </a:p>
      </dgm:t>
    </dgm:pt>
    <dgm:pt modelId="{3B33BC87-EA8A-5E4A-A9EC-2946F50F7648}" type="pres">
      <dgm:prSet presAssocID="{61F76997-D32F-6A46-BF4C-6F2A5D911677}" presName="hierRoot2" presStyleCnt="0">
        <dgm:presLayoutVars>
          <dgm:hierBranch val="init"/>
        </dgm:presLayoutVars>
      </dgm:prSet>
      <dgm:spPr/>
    </dgm:pt>
    <dgm:pt modelId="{62C5180B-DFDB-394B-9178-5931034629F5}" type="pres">
      <dgm:prSet presAssocID="{61F76997-D32F-6A46-BF4C-6F2A5D911677}" presName="rootComposite" presStyleCnt="0"/>
      <dgm:spPr/>
    </dgm:pt>
    <dgm:pt modelId="{783D82F0-7E2B-334D-9DDA-8B49B92F0EFE}" type="pres">
      <dgm:prSet presAssocID="{61F76997-D32F-6A46-BF4C-6F2A5D911677}" presName="rootText" presStyleLbl="node1" presStyleIdx="6" presStyleCnt="7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3CE850CE-6D35-BF48-9721-995397670EE9}" type="pres">
      <dgm:prSet presAssocID="{61F76997-D32F-6A46-BF4C-6F2A5D911677}" presName="titleText2" presStyleLbl="fgAcc1" presStyleIdx="6" presStyleCnt="7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3BE6939D-D6F1-F740-A794-89F5C3F5375F}" type="pres">
      <dgm:prSet presAssocID="{61F76997-D32F-6A46-BF4C-6F2A5D911677}" presName="rootConnector" presStyleLbl="node4" presStyleIdx="0" presStyleCnt="0"/>
      <dgm:spPr/>
      <dgm:t>
        <a:bodyPr/>
        <a:lstStyle/>
        <a:p>
          <a:endParaRPr lang="en-US"/>
        </a:p>
      </dgm:t>
    </dgm:pt>
    <dgm:pt modelId="{0BE25EDA-E2F7-824E-B110-861BEEEAC577}" type="pres">
      <dgm:prSet presAssocID="{61F76997-D32F-6A46-BF4C-6F2A5D911677}" presName="hierChild4" presStyleCnt="0"/>
      <dgm:spPr/>
    </dgm:pt>
    <dgm:pt modelId="{172269EC-7878-2943-A0FF-633769EFEFEE}" type="pres">
      <dgm:prSet presAssocID="{61F76997-D32F-6A46-BF4C-6F2A5D911677}" presName="hierChild5" presStyleCnt="0"/>
      <dgm:spPr/>
    </dgm:pt>
    <dgm:pt modelId="{48F26BFE-2531-4E45-9C50-110C6DBF13A0}" type="pres">
      <dgm:prSet presAssocID="{6E479EBB-59D5-CC4A-BDC1-971AA0D21733}" presName="hierChild5" presStyleCnt="0"/>
      <dgm:spPr/>
    </dgm:pt>
    <dgm:pt modelId="{05176577-13E7-134B-A0CB-3DB5455D0EE0}" type="pres">
      <dgm:prSet presAssocID="{F0C60353-5CC8-524D-84A3-77539AC5DB00}" presName="hierChild5" presStyleCnt="0"/>
      <dgm:spPr/>
    </dgm:pt>
    <dgm:pt modelId="{D7BF0B38-8060-5D4E-9377-787EC9B31C33}" type="pres">
      <dgm:prSet presAssocID="{6AACC0B8-578E-E346-91F5-09FC6584FE0E}" presName="Name96" presStyleLbl="parChTrans1D3" presStyleIdx="3" presStyleCnt="4"/>
      <dgm:spPr/>
      <dgm:t>
        <a:bodyPr/>
        <a:lstStyle/>
        <a:p>
          <a:endParaRPr lang="en-US"/>
        </a:p>
      </dgm:t>
    </dgm:pt>
    <dgm:pt modelId="{FB47AF75-AF63-9E45-A118-F1C2EF0CB1C8}" type="pres">
      <dgm:prSet presAssocID="{6D0879E0-BD3C-BF4B-BEE6-E07F5DFC4351}" presName="hierRoot3" presStyleCnt="0">
        <dgm:presLayoutVars>
          <dgm:hierBranch val="init"/>
        </dgm:presLayoutVars>
      </dgm:prSet>
      <dgm:spPr/>
    </dgm:pt>
    <dgm:pt modelId="{F99021E1-A4CC-A542-9B10-747B8FF041AA}" type="pres">
      <dgm:prSet presAssocID="{6D0879E0-BD3C-BF4B-BEE6-E07F5DFC4351}" presName="rootComposite3" presStyleCnt="0"/>
      <dgm:spPr/>
    </dgm:pt>
    <dgm:pt modelId="{B4DD857B-7CB3-9441-B229-D2A5C16C242C}" type="pres">
      <dgm:prSet presAssocID="{6D0879E0-BD3C-BF4B-BEE6-E07F5DFC4351}" presName="rootText3" presStyleLbl="asst1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838EDAF-B8D1-0C4A-B2ED-DBFE24A7E462}" type="pres">
      <dgm:prSet presAssocID="{6D0879E0-BD3C-BF4B-BEE6-E07F5DFC4351}" presName="titleText3" presStyleLbl="fgAcc2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FB7FF25E-D319-6A43-BC31-4AABF840D785}" type="pres">
      <dgm:prSet presAssocID="{6D0879E0-BD3C-BF4B-BEE6-E07F5DFC4351}" presName="rootConnector3" presStyleLbl="asst2" presStyleIdx="0" presStyleCnt="0"/>
      <dgm:spPr/>
      <dgm:t>
        <a:bodyPr/>
        <a:lstStyle/>
        <a:p>
          <a:endParaRPr lang="en-US"/>
        </a:p>
      </dgm:t>
    </dgm:pt>
    <dgm:pt modelId="{FCAF7B63-25C1-0441-A3B2-66476AF10AAD}" type="pres">
      <dgm:prSet presAssocID="{6D0879E0-BD3C-BF4B-BEE6-E07F5DFC4351}" presName="hierChild6" presStyleCnt="0"/>
      <dgm:spPr/>
    </dgm:pt>
    <dgm:pt modelId="{DA5DD647-41A0-3546-9797-FA1BAB5A0F06}" type="pres">
      <dgm:prSet presAssocID="{6D0879E0-BD3C-BF4B-BEE6-E07F5DFC4351}" presName="hierChild7" presStyleCnt="0"/>
      <dgm:spPr/>
    </dgm:pt>
    <dgm:pt modelId="{BE307F01-2727-944F-A38F-2E42856C6818}" type="pres">
      <dgm:prSet presAssocID="{802988A0-1750-5741-859F-C814DAAC6D5D}" presName="hierChild3" presStyleCnt="0"/>
      <dgm:spPr/>
    </dgm:pt>
  </dgm:ptLst>
  <dgm:cxnLst>
    <dgm:cxn modelId="{EC0E08AF-A9B1-E847-A42B-BC4CDA57E44B}" type="presOf" srcId="{F0C60353-5CC8-524D-84A3-77539AC5DB00}" destId="{150AB9C8-972E-1641-B58C-4BCA4BB6FEDC}" srcOrd="0" destOrd="0" presId="urn:microsoft.com/office/officeart/2008/layout/NameandTitleOrganizationalChart"/>
    <dgm:cxn modelId="{CE079A3E-6D02-0844-8D64-0B993C77A730}" type="presOf" srcId="{B4463B21-5AD4-1548-8E15-6B4E3F214ADE}" destId="{E99D84E3-3849-5741-B25B-8971A25E20D8}" srcOrd="0" destOrd="0" presId="urn:microsoft.com/office/officeart/2008/layout/NameandTitleOrganizationalChart"/>
    <dgm:cxn modelId="{2E2C812E-605C-BC40-8731-5635DC486BAE}" type="presOf" srcId="{57800601-9BC2-3C48-B0D9-93D1644595B1}" destId="{B0CAFDEB-DFD1-234A-B796-9A1050B34DB3}" srcOrd="0" destOrd="0" presId="urn:microsoft.com/office/officeart/2008/layout/NameandTitleOrganizationalChart"/>
    <dgm:cxn modelId="{63CE1600-7731-574E-AC4D-C621ADCEE56F}" type="presOf" srcId="{7170ED8F-5E62-8F4A-BD8E-348F9A6A5124}" destId="{B5326F5F-85CD-D14C-A9C5-C9EABDC2B430}" srcOrd="0" destOrd="0" presId="urn:microsoft.com/office/officeart/2008/layout/NameandTitleOrganizationalChart"/>
    <dgm:cxn modelId="{0AA232FD-4701-764D-A5F7-0C6DDF68F688}" type="presOf" srcId="{6B030F75-C306-7146-B520-7A4D1264686F}" destId="{60317571-9C88-9E47-A679-C3D1D24AAD85}" srcOrd="0" destOrd="0" presId="urn:microsoft.com/office/officeart/2008/layout/NameandTitleOrganizationalChart"/>
    <dgm:cxn modelId="{C32DD5C6-44FD-6B4D-95EB-C390EB94B7F9}" srcId="{F0C60353-5CC8-524D-84A3-77539AC5DB00}" destId="{A5D08ACA-8933-4B4C-85E8-DC769B84BD22}" srcOrd="2" destOrd="0" parTransId="{6B030F75-C306-7146-B520-7A4D1264686F}" sibTransId="{66C8ECA4-D0D1-6D49-B5B5-6D0A68FE9B82}"/>
    <dgm:cxn modelId="{5E632418-777E-0E44-AB18-066120217373}" srcId="{802988A0-1750-5741-859F-C814DAAC6D5D}" destId="{F0C60353-5CC8-524D-84A3-77539AC5DB00}" srcOrd="0" destOrd="0" parTransId="{C0ADD77B-86D8-1349-B35B-860177631C8C}" sibTransId="{569F7356-A4C1-4949-BFA5-C94CCD700637}"/>
    <dgm:cxn modelId="{A5F0C22B-065C-CE4B-AE3F-4A77A955E584}" type="presOf" srcId="{A5D08ACA-8933-4B4C-85E8-DC769B84BD22}" destId="{68B3DBC0-9269-0F4F-B79A-CA727D2692B5}" srcOrd="1" destOrd="0" presId="urn:microsoft.com/office/officeart/2008/layout/NameandTitleOrganizationalChart"/>
    <dgm:cxn modelId="{C42F45FF-8722-944C-8611-AA7FD669FA4F}" srcId="{F0C60353-5CC8-524D-84A3-77539AC5DB00}" destId="{6E479EBB-59D5-CC4A-BDC1-971AA0D21733}" srcOrd="3" destOrd="0" parTransId="{1E01073A-A0F4-E045-98BF-AB1D6CD38900}" sibTransId="{34BA5FCB-7FA3-0D43-AF8C-19D345F5BC3C}"/>
    <dgm:cxn modelId="{4499EFE1-E957-D546-9BDE-7F3C51963CA1}" type="presOf" srcId="{0C534E93-3F32-3642-B9E6-A289B0084A15}" destId="{D2C8007B-8069-D34F-B2A3-0605FFE73BCD}" srcOrd="1" destOrd="0" presId="urn:microsoft.com/office/officeart/2008/layout/NameandTitleOrganizationalChart"/>
    <dgm:cxn modelId="{DAAD2C5F-87C7-A349-B014-5199A23A0FA0}" type="presOf" srcId="{6D0879E0-BD3C-BF4B-BEE6-E07F5DFC4351}" destId="{FB7FF25E-D319-6A43-BC31-4AABF840D785}" srcOrd="1" destOrd="0" presId="urn:microsoft.com/office/officeart/2008/layout/NameandTitleOrganizationalChart"/>
    <dgm:cxn modelId="{AA10AFDB-B58B-C843-A73D-83BBC18D869B}" type="presOf" srcId="{61F76997-D32F-6A46-BF4C-6F2A5D911677}" destId="{3BE6939D-D6F1-F740-A794-89F5C3F5375F}" srcOrd="1" destOrd="0" presId="urn:microsoft.com/office/officeart/2008/layout/NameandTitleOrganizationalChart"/>
    <dgm:cxn modelId="{9CE24586-7617-AF4F-8D80-6656E4CACDC7}" type="presOf" srcId="{2CD1DEF2-5A6F-B34C-B30A-9284D06B41A4}" destId="{CE32950D-9D99-7F46-9AB7-46F7C19AAEE3}" srcOrd="0" destOrd="0" presId="urn:microsoft.com/office/officeart/2008/layout/NameandTitleOrganizationalChart"/>
    <dgm:cxn modelId="{9D6D9E56-EC14-D640-A01F-E407A523FE56}" type="presOf" srcId="{7170ED8F-5E62-8F4A-BD8E-348F9A6A5124}" destId="{17944435-E787-614E-9310-75873253C1BA}" srcOrd="1" destOrd="0" presId="urn:microsoft.com/office/officeart/2008/layout/NameandTitleOrganizationalChart"/>
    <dgm:cxn modelId="{A72D8612-8FB6-164E-BA52-3159E004A7CD}" type="presOf" srcId="{61F76997-D32F-6A46-BF4C-6F2A5D911677}" destId="{783D82F0-7E2B-334D-9DDA-8B49B92F0EFE}" srcOrd="0" destOrd="0" presId="urn:microsoft.com/office/officeart/2008/layout/NameandTitleOrganizationalChart"/>
    <dgm:cxn modelId="{356A8E2F-3768-CB46-8938-E982DD9DBE7D}" type="presOf" srcId="{802988A0-1750-5741-859F-C814DAAC6D5D}" destId="{3BC51398-E0A7-7643-943A-1923F0EFACDA}" srcOrd="1" destOrd="0" presId="urn:microsoft.com/office/officeart/2008/layout/NameandTitleOrganizationalChart"/>
    <dgm:cxn modelId="{F03522C8-D526-354E-ACD6-9A671BF653B8}" type="presOf" srcId="{6E479EBB-59D5-CC4A-BDC1-971AA0D21733}" destId="{B980A626-39EF-E647-9FB9-BF99E4D32CA3}" srcOrd="1" destOrd="0" presId="urn:microsoft.com/office/officeart/2008/layout/NameandTitleOrganizationalChart"/>
    <dgm:cxn modelId="{4C24E94A-BF9F-CA4D-A6AE-486269A0C689}" type="presOf" srcId="{213653DB-F69F-4A48-BBCE-1FB26B09BCF8}" destId="{7EA36EEA-0B0D-8842-8B5C-DD92CFCF0420}" srcOrd="0" destOrd="0" presId="urn:microsoft.com/office/officeart/2008/layout/NameandTitleOrganizationalChart"/>
    <dgm:cxn modelId="{35643920-B0E4-7C40-8942-ACDB4762EE77}" type="presOf" srcId="{66C8ECA4-D0D1-6D49-B5B5-6D0A68FE9B82}" destId="{F8A20F3A-559C-9743-B777-709CEFE0BA14}" srcOrd="0" destOrd="0" presId="urn:microsoft.com/office/officeart/2008/layout/NameandTitleOrganizationalChart"/>
    <dgm:cxn modelId="{205D7ADE-F68E-7248-808E-F9C6F4EAE720}" srcId="{F0C60353-5CC8-524D-84A3-77539AC5DB00}" destId="{6D0879E0-BD3C-BF4B-BEE6-E07F5DFC4351}" srcOrd="0" destOrd="0" parTransId="{6AACC0B8-578E-E346-91F5-09FC6584FE0E}" sibTransId="{50AA2FB0-7EB9-C449-8143-55B6DA106711}"/>
    <dgm:cxn modelId="{A99BA7CE-E2E5-D342-8A05-E30844D9DDCB}" type="presOf" srcId="{CCD92D9D-8D47-3D49-9C5A-A1A38A27E6D9}" destId="{EB612769-8243-5746-9EA9-CB57E60CF96B}" srcOrd="0" destOrd="0" presId="urn:microsoft.com/office/officeart/2008/layout/NameandTitleOrganizationalChart"/>
    <dgm:cxn modelId="{7E0DD5B0-391D-9C4B-9AB1-137284C0D8C6}" srcId="{6E479EBB-59D5-CC4A-BDC1-971AA0D21733}" destId="{7170ED8F-5E62-8F4A-BD8E-348F9A6A5124}" srcOrd="1" destOrd="0" parTransId="{57800601-9BC2-3C48-B0D9-93D1644595B1}" sibTransId="{CCD92D9D-8D47-3D49-9C5A-A1A38A27E6D9}"/>
    <dgm:cxn modelId="{1515914D-8FF1-4A46-BCC3-2070695C2978}" type="presOf" srcId="{1E01073A-A0F4-E045-98BF-AB1D6CD38900}" destId="{34EB32BC-D089-2C48-97B9-14B46DDE7762}" srcOrd="0" destOrd="0" presId="urn:microsoft.com/office/officeart/2008/layout/NameandTitleOrganizationalChart"/>
    <dgm:cxn modelId="{29B01C68-6B77-0547-A9CA-984F76EE8332}" srcId="{6E479EBB-59D5-CC4A-BDC1-971AA0D21733}" destId="{762D8F02-BF03-DC43-B055-CA5EA0F8A3FE}" srcOrd="0" destOrd="0" parTransId="{65E91303-D2D0-F046-800D-62227490C8D8}" sibTransId="{213653DB-F69F-4A48-BBCE-1FB26B09BCF8}"/>
    <dgm:cxn modelId="{D7FE259F-9BF9-3340-97A8-C7AC1377CC36}" type="presOf" srcId="{C0ADD77B-86D8-1349-B35B-860177631C8C}" destId="{E9BF9748-8BF2-E94A-8F8C-8E1E2C06F513}" srcOrd="0" destOrd="0" presId="urn:microsoft.com/office/officeart/2008/layout/NameandTitleOrganizationalChart"/>
    <dgm:cxn modelId="{3434CC19-B9BC-1948-AF17-4B99A51060A4}" type="presOf" srcId="{00343545-DE8B-EF45-9834-31A08772BBE6}" destId="{5477A34C-A901-D549-86A5-3FE457C51024}" srcOrd="0" destOrd="0" presId="urn:microsoft.com/office/officeart/2008/layout/NameandTitleOrganizationalChart"/>
    <dgm:cxn modelId="{BD1C0E40-5D3F-EF4D-9BE6-7E3B04D74834}" type="presOf" srcId="{F0C60353-5CC8-524D-84A3-77539AC5DB00}" destId="{D752A41D-DF58-4147-93F7-B1CC20A37349}" srcOrd="1" destOrd="0" presId="urn:microsoft.com/office/officeart/2008/layout/NameandTitleOrganizationalChart"/>
    <dgm:cxn modelId="{39C1E107-35A5-FE4D-9450-BBD894B11B75}" type="presOf" srcId="{50AA2FB0-7EB9-C449-8143-55B6DA106711}" destId="{9838EDAF-B8D1-0C4A-B2ED-DBFE24A7E462}" srcOrd="0" destOrd="0" presId="urn:microsoft.com/office/officeart/2008/layout/NameandTitleOrganizationalChart"/>
    <dgm:cxn modelId="{5BB9AA99-6C29-8A4B-887F-3C137312FF45}" type="presOf" srcId="{0C534E93-3F32-3642-B9E6-A289B0084A15}" destId="{F52BD7E8-EC5B-D74D-9C1E-78AC4BBB91DF}" srcOrd="0" destOrd="0" presId="urn:microsoft.com/office/officeart/2008/layout/NameandTitleOrganizationalChart"/>
    <dgm:cxn modelId="{7FE5B600-7450-224F-9F33-AEA0B11D480C}" type="presOf" srcId="{97314E72-02C9-1F4F-8CE5-DED67ECA675C}" destId="{47863973-895B-BE47-B2FB-96A8984A47D5}" srcOrd="0" destOrd="0" presId="urn:microsoft.com/office/officeart/2008/layout/NameandTitleOrganizationalChart"/>
    <dgm:cxn modelId="{960AD69E-96D7-AA49-8231-E32681C8CB7F}" type="presOf" srcId="{6D0879E0-BD3C-BF4B-BEE6-E07F5DFC4351}" destId="{B4DD857B-7CB3-9441-B229-D2A5C16C242C}" srcOrd="0" destOrd="0" presId="urn:microsoft.com/office/officeart/2008/layout/NameandTitleOrganizationalChart"/>
    <dgm:cxn modelId="{58937947-2401-5949-9531-293B00732D30}" type="presOf" srcId="{34BA5FCB-7FA3-0D43-AF8C-19D345F5BC3C}" destId="{91ECA5DE-861E-4442-8763-DB0E0B39302C}" srcOrd="0" destOrd="0" presId="urn:microsoft.com/office/officeart/2008/layout/NameandTitleOrganizationalChart"/>
    <dgm:cxn modelId="{0774C65C-4514-724D-A8C2-3A596EB6789B}" type="presOf" srcId="{B8390D6B-D043-BC4D-8FAA-5D801F6D4522}" destId="{3CE850CE-6D35-BF48-9721-995397670EE9}" srcOrd="0" destOrd="0" presId="urn:microsoft.com/office/officeart/2008/layout/NameandTitleOrganizationalChart"/>
    <dgm:cxn modelId="{B72CCCE3-E291-A746-B85D-1E1B6F8165A2}" type="presOf" srcId="{762D8F02-BF03-DC43-B055-CA5EA0F8A3FE}" destId="{DEA204C6-00FA-7748-89D4-359AEFE78192}" srcOrd="1" destOrd="0" presId="urn:microsoft.com/office/officeart/2008/layout/NameandTitleOrganizationalChart"/>
    <dgm:cxn modelId="{6731648E-8476-B34F-971C-5C19B3EAFA1E}" type="presOf" srcId="{A5D08ACA-8933-4B4C-85E8-DC769B84BD22}" destId="{71B75011-C46B-1B4E-84CA-ABEB5585FF97}" srcOrd="0" destOrd="0" presId="urn:microsoft.com/office/officeart/2008/layout/NameandTitleOrganizationalChart"/>
    <dgm:cxn modelId="{1B566BCB-711C-D74E-863F-FC9D5ACF38AE}" srcId="{F0C60353-5CC8-524D-84A3-77539AC5DB00}" destId="{0C534E93-3F32-3642-B9E6-A289B0084A15}" srcOrd="1" destOrd="0" parTransId="{2CD1DEF2-5A6F-B34C-B30A-9284D06B41A4}" sibTransId="{67A44273-5F1B-9F4B-B33D-56496DF5798C}"/>
    <dgm:cxn modelId="{4E644289-38D1-A145-81FD-B2176C16F86B}" srcId="{6E479EBB-59D5-CC4A-BDC1-971AA0D21733}" destId="{61F76997-D32F-6A46-BF4C-6F2A5D911677}" srcOrd="2" destOrd="0" parTransId="{B4463B21-5AD4-1548-8E15-6B4E3F214ADE}" sibTransId="{B8390D6B-D043-BC4D-8FAA-5D801F6D4522}"/>
    <dgm:cxn modelId="{A9CDB0F1-6D15-B44B-AD61-DC46201C1AE7}" type="presOf" srcId="{67A44273-5F1B-9F4B-B33D-56496DF5798C}" destId="{473636B7-B938-6740-B424-59F52D006807}" srcOrd="0" destOrd="0" presId="urn:microsoft.com/office/officeart/2008/layout/NameandTitleOrganizationalChart"/>
    <dgm:cxn modelId="{197B5F36-9CFC-164E-96E5-31926CBF0DA5}" type="presOf" srcId="{802988A0-1750-5741-859F-C814DAAC6D5D}" destId="{9616629A-D4D4-4C44-A6AC-87E2C3CD43A8}" srcOrd="0" destOrd="0" presId="urn:microsoft.com/office/officeart/2008/layout/NameandTitleOrganizationalChart"/>
    <dgm:cxn modelId="{7085FF1F-9EF2-2B49-B87A-381CDA76D96B}" type="presOf" srcId="{65E91303-D2D0-F046-800D-62227490C8D8}" destId="{DE34FC2E-9479-7E4F-8E62-0B928C6047B5}" srcOrd="0" destOrd="0" presId="urn:microsoft.com/office/officeart/2008/layout/NameandTitleOrganizationalChart"/>
    <dgm:cxn modelId="{D9D7E3B2-E3D6-EE48-9F9B-4C0C0CCC685C}" type="presOf" srcId="{569F7356-A4C1-4949-BFA5-C94CCD700637}" destId="{69F7085D-6484-754A-ACFF-809971291575}" srcOrd="0" destOrd="0" presId="urn:microsoft.com/office/officeart/2008/layout/NameandTitleOrganizationalChart"/>
    <dgm:cxn modelId="{1DEFD8FB-8AC8-0947-8A14-B2AE9113C28A}" type="presOf" srcId="{6AACC0B8-578E-E346-91F5-09FC6584FE0E}" destId="{D7BF0B38-8060-5D4E-9377-787EC9B31C33}" srcOrd="0" destOrd="0" presId="urn:microsoft.com/office/officeart/2008/layout/NameandTitleOrganizationalChart"/>
    <dgm:cxn modelId="{B45BDBE4-1072-464B-8730-1DEFB1006240}" srcId="{00343545-DE8B-EF45-9834-31A08772BBE6}" destId="{802988A0-1750-5741-859F-C814DAAC6D5D}" srcOrd="0" destOrd="0" parTransId="{6E6D7086-AE06-994E-9B8A-67B02989F932}" sibTransId="{97314E72-02C9-1F4F-8CE5-DED67ECA675C}"/>
    <dgm:cxn modelId="{AF62D8CD-65E1-E644-8893-0F49D7B234A8}" type="presOf" srcId="{6E479EBB-59D5-CC4A-BDC1-971AA0D21733}" destId="{A1AE446A-0047-8C4E-9D3E-55A991120C7D}" srcOrd="0" destOrd="0" presId="urn:microsoft.com/office/officeart/2008/layout/NameandTitleOrganizationalChart"/>
    <dgm:cxn modelId="{ADB08C29-2662-4D42-9B43-FB1F07E2356E}" type="presOf" srcId="{762D8F02-BF03-DC43-B055-CA5EA0F8A3FE}" destId="{4EA9723F-9959-9141-B573-6DFDBCE50BB0}" srcOrd="0" destOrd="0" presId="urn:microsoft.com/office/officeart/2008/layout/NameandTitleOrganizationalChart"/>
    <dgm:cxn modelId="{6087BCD3-D8A3-A141-8CE7-E19E7187FB0C}" type="presParOf" srcId="{5477A34C-A901-D549-86A5-3FE457C51024}" destId="{9030EA74-724B-884B-9D6C-1B50357B6AFD}" srcOrd="0" destOrd="0" presId="urn:microsoft.com/office/officeart/2008/layout/NameandTitleOrganizationalChart"/>
    <dgm:cxn modelId="{9273EE3F-1FCF-664E-947B-55813F43A192}" type="presParOf" srcId="{9030EA74-724B-884B-9D6C-1B50357B6AFD}" destId="{B57DCAAB-12E4-6B44-9508-52266D155D51}" srcOrd="0" destOrd="0" presId="urn:microsoft.com/office/officeart/2008/layout/NameandTitleOrganizationalChart"/>
    <dgm:cxn modelId="{F90E7B02-6044-F242-BF63-6A5E2BE282A1}" type="presParOf" srcId="{B57DCAAB-12E4-6B44-9508-52266D155D51}" destId="{9616629A-D4D4-4C44-A6AC-87E2C3CD43A8}" srcOrd="0" destOrd="0" presId="urn:microsoft.com/office/officeart/2008/layout/NameandTitleOrganizationalChart"/>
    <dgm:cxn modelId="{0EEA1795-069A-2843-8347-96B8FFA5CABD}" type="presParOf" srcId="{B57DCAAB-12E4-6B44-9508-52266D155D51}" destId="{47863973-895B-BE47-B2FB-96A8984A47D5}" srcOrd="1" destOrd="0" presId="urn:microsoft.com/office/officeart/2008/layout/NameandTitleOrganizationalChart"/>
    <dgm:cxn modelId="{0C438413-4C9F-504E-9D9B-4BDF24C87741}" type="presParOf" srcId="{B57DCAAB-12E4-6B44-9508-52266D155D51}" destId="{3BC51398-E0A7-7643-943A-1923F0EFACDA}" srcOrd="2" destOrd="0" presId="urn:microsoft.com/office/officeart/2008/layout/NameandTitleOrganizationalChart"/>
    <dgm:cxn modelId="{366ED61F-9A51-044B-9DAC-7918544D9498}" type="presParOf" srcId="{9030EA74-724B-884B-9D6C-1B50357B6AFD}" destId="{0B4D1BA8-F612-2B40-A844-DA9479C7DE8B}" srcOrd="1" destOrd="0" presId="urn:microsoft.com/office/officeart/2008/layout/NameandTitleOrganizationalChart"/>
    <dgm:cxn modelId="{4A568D6F-B758-9245-9E62-A7C89E06377D}" type="presParOf" srcId="{0B4D1BA8-F612-2B40-A844-DA9479C7DE8B}" destId="{E9BF9748-8BF2-E94A-8F8C-8E1E2C06F513}" srcOrd="0" destOrd="0" presId="urn:microsoft.com/office/officeart/2008/layout/NameandTitleOrganizationalChart"/>
    <dgm:cxn modelId="{97BBB89D-F320-6C4D-8C61-A68A04666F2A}" type="presParOf" srcId="{0B4D1BA8-F612-2B40-A844-DA9479C7DE8B}" destId="{BEBEA59C-1FB8-504D-9DB9-5FF9F2C78408}" srcOrd="1" destOrd="0" presId="urn:microsoft.com/office/officeart/2008/layout/NameandTitleOrganizationalChart"/>
    <dgm:cxn modelId="{B16351CB-B7E0-A34D-8A05-A1894E7C9D60}" type="presParOf" srcId="{BEBEA59C-1FB8-504D-9DB9-5FF9F2C78408}" destId="{83C6EFC7-0B13-E34F-9A87-6D1B2C89226D}" srcOrd="0" destOrd="0" presId="urn:microsoft.com/office/officeart/2008/layout/NameandTitleOrganizationalChart"/>
    <dgm:cxn modelId="{09DD32A5-8CF1-EF4D-93B6-29117B35D704}" type="presParOf" srcId="{83C6EFC7-0B13-E34F-9A87-6D1B2C89226D}" destId="{150AB9C8-972E-1641-B58C-4BCA4BB6FEDC}" srcOrd="0" destOrd="0" presId="urn:microsoft.com/office/officeart/2008/layout/NameandTitleOrganizationalChart"/>
    <dgm:cxn modelId="{4BC226C7-A521-4B4E-AB0D-D3B092900D51}" type="presParOf" srcId="{83C6EFC7-0B13-E34F-9A87-6D1B2C89226D}" destId="{69F7085D-6484-754A-ACFF-809971291575}" srcOrd="1" destOrd="0" presId="urn:microsoft.com/office/officeart/2008/layout/NameandTitleOrganizationalChart"/>
    <dgm:cxn modelId="{A2912E31-2B1B-6845-A7FA-230A4CAD113B}" type="presParOf" srcId="{83C6EFC7-0B13-E34F-9A87-6D1B2C89226D}" destId="{D752A41D-DF58-4147-93F7-B1CC20A37349}" srcOrd="2" destOrd="0" presId="urn:microsoft.com/office/officeart/2008/layout/NameandTitleOrganizationalChart"/>
    <dgm:cxn modelId="{B35B2685-524F-4743-9EFC-4AD2A9B78EBD}" type="presParOf" srcId="{BEBEA59C-1FB8-504D-9DB9-5FF9F2C78408}" destId="{1C4981EC-528C-3E45-842C-14E6EF042715}" srcOrd="1" destOrd="0" presId="urn:microsoft.com/office/officeart/2008/layout/NameandTitleOrganizationalChart"/>
    <dgm:cxn modelId="{489325C7-9099-9B46-B61C-B5C6CFD05380}" type="presParOf" srcId="{1C4981EC-528C-3E45-842C-14E6EF042715}" destId="{CE32950D-9D99-7F46-9AB7-46F7C19AAEE3}" srcOrd="0" destOrd="0" presId="urn:microsoft.com/office/officeart/2008/layout/NameandTitleOrganizationalChart"/>
    <dgm:cxn modelId="{7CD4EE06-B919-2E4E-81ED-47DE7D78C5EB}" type="presParOf" srcId="{1C4981EC-528C-3E45-842C-14E6EF042715}" destId="{8BB88E4B-C77A-834F-8C0C-18C5AE9D4D78}" srcOrd="1" destOrd="0" presId="urn:microsoft.com/office/officeart/2008/layout/NameandTitleOrganizationalChart"/>
    <dgm:cxn modelId="{FE0A4FFC-FBC2-0A49-AA63-423D20728795}" type="presParOf" srcId="{8BB88E4B-C77A-834F-8C0C-18C5AE9D4D78}" destId="{082E9C51-B488-F745-9BCF-C179739F853A}" srcOrd="0" destOrd="0" presId="urn:microsoft.com/office/officeart/2008/layout/NameandTitleOrganizationalChart"/>
    <dgm:cxn modelId="{8CBA7AF7-4D91-C44E-8FF5-2CB757F60E2A}" type="presParOf" srcId="{082E9C51-B488-F745-9BCF-C179739F853A}" destId="{F52BD7E8-EC5B-D74D-9C1E-78AC4BBB91DF}" srcOrd="0" destOrd="0" presId="urn:microsoft.com/office/officeart/2008/layout/NameandTitleOrganizationalChart"/>
    <dgm:cxn modelId="{23F580A3-24A2-6743-AA54-BDB376D3BB0E}" type="presParOf" srcId="{082E9C51-B488-F745-9BCF-C179739F853A}" destId="{473636B7-B938-6740-B424-59F52D006807}" srcOrd="1" destOrd="0" presId="urn:microsoft.com/office/officeart/2008/layout/NameandTitleOrganizationalChart"/>
    <dgm:cxn modelId="{C09B93F8-9ED2-E744-9250-86DD1442CC27}" type="presParOf" srcId="{082E9C51-B488-F745-9BCF-C179739F853A}" destId="{D2C8007B-8069-D34F-B2A3-0605FFE73BCD}" srcOrd="2" destOrd="0" presId="urn:microsoft.com/office/officeart/2008/layout/NameandTitleOrganizationalChart"/>
    <dgm:cxn modelId="{4CDBC01E-44DB-9843-A302-6E44E54D7788}" type="presParOf" srcId="{8BB88E4B-C77A-834F-8C0C-18C5AE9D4D78}" destId="{A84E466C-2960-894C-945A-14E800318FAD}" srcOrd="1" destOrd="0" presId="urn:microsoft.com/office/officeart/2008/layout/NameandTitleOrganizationalChart"/>
    <dgm:cxn modelId="{07F9BDEC-6934-6A4B-9EF0-FCB3A74F6522}" type="presParOf" srcId="{8BB88E4B-C77A-834F-8C0C-18C5AE9D4D78}" destId="{764C3CFA-B6F6-F041-AC13-340986171F10}" srcOrd="2" destOrd="0" presId="urn:microsoft.com/office/officeart/2008/layout/NameandTitleOrganizationalChart"/>
    <dgm:cxn modelId="{70A3860F-4AE5-674C-AE5D-158FB859FEE0}" type="presParOf" srcId="{1C4981EC-528C-3E45-842C-14E6EF042715}" destId="{60317571-9C88-9E47-A679-C3D1D24AAD85}" srcOrd="2" destOrd="0" presId="urn:microsoft.com/office/officeart/2008/layout/NameandTitleOrganizationalChart"/>
    <dgm:cxn modelId="{DE4D29D0-F512-3246-B92F-DA26F9CCD4E1}" type="presParOf" srcId="{1C4981EC-528C-3E45-842C-14E6EF042715}" destId="{21FC71E7-43EA-B944-B635-2D79170FBDE2}" srcOrd="3" destOrd="0" presId="urn:microsoft.com/office/officeart/2008/layout/NameandTitleOrganizationalChart"/>
    <dgm:cxn modelId="{5B3533D4-03A2-7844-816D-FABFEE40E0C6}" type="presParOf" srcId="{21FC71E7-43EA-B944-B635-2D79170FBDE2}" destId="{07F212F2-0D48-E24D-BDBA-025A8D877896}" srcOrd="0" destOrd="0" presId="urn:microsoft.com/office/officeart/2008/layout/NameandTitleOrganizationalChart"/>
    <dgm:cxn modelId="{0958E5AA-FA4F-E449-8C6A-FCDE4C5BBA5D}" type="presParOf" srcId="{07F212F2-0D48-E24D-BDBA-025A8D877896}" destId="{71B75011-C46B-1B4E-84CA-ABEB5585FF97}" srcOrd="0" destOrd="0" presId="urn:microsoft.com/office/officeart/2008/layout/NameandTitleOrganizationalChart"/>
    <dgm:cxn modelId="{14861C67-1ADF-8549-A320-12E0AE171810}" type="presParOf" srcId="{07F212F2-0D48-E24D-BDBA-025A8D877896}" destId="{F8A20F3A-559C-9743-B777-709CEFE0BA14}" srcOrd="1" destOrd="0" presId="urn:microsoft.com/office/officeart/2008/layout/NameandTitleOrganizationalChart"/>
    <dgm:cxn modelId="{CB4D0CE1-C08D-6845-B161-D0A715C980AF}" type="presParOf" srcId="{07F212F2-0D48-E24D-BDBA-025A8D877896}" destId="{68B3DBC0-9269-0F4F-B79A-CA727D2692B5}" srcOrd="2" destOrd="0" presId="urn:microsoft.com/office/officeart/2008/layout/NameandTitleOrganizationalChart"/>
    <dgm:cxn modelId="{06B8521E-76B5-6E4E-8F52-84625A4FB5CB}" type="presParOf" srcId="{21FC71E7-43EA-B944-B635-2D79170FBDE2}" destId="{13D002F5-BE61-834A-9781-A53A154437E6}" srcOrd="1" destOrd="0" presId="urn:microsoft.com/office/officeart/2008/layout/NameandTitleOrganizationalChart"/>
    <dgm:cxn modelId="{507E3EA3-DD41-7B4C-BFDE-4888EA5AF4BA}" type="presParOf" srcId="{21FC71E7-43EA-B944-B635-2D79170FBDE2}" destId="{0F830E26-0D77-F844-9F04-9AA175E74A9A}" srcOrd="2" destOrd="0" presId="urn:microsoft.com/office/officeart/2008/layout/NameandTitleOrganizationalChart"/>
    <dgm:cxn modelId="{5D1A0BEB-F683-3D4F-BEFE-25252BB16D02}" type="presParOf" srcId="{1C4981EC-528C-3E45-842C-14E6EF042715}" destId="{34EB32BC-D089-2C48-97B9-14B46DDE7762}" srcOrd="4" destOrd="0" presId="urn:microsoft.com/office/officeart/2008/layout/NameandTitleOrganizationalChart"/>
    <dgm:cxn modelId="{3815731E-A1CE-524B-91DA-D5406F6E2A11}" type="presParOf" srcId="{1C4981EC-528C-3E45-842C-14E6EF042715}" destId="{5E889795-6782-A24E-BF92-E51903269E0E}" srcOrd="5" destOrd="0" presId="urn:microsoft.com/office/officeart/2008/layout/NameandTitleOrganizationalChart"/>
    <dgm:cxn modelId="{A395FA5E-423E-3147-AD82-6A09C3AF0DF2}" type="presParOf" srcId="{5E889795-6782-A24E-BF92-E51903269E0E}" destId="{766FB653-BCFC-114B-B311-4FD35B06A73B}" srcOrd="0" destOrd="0" presId="urn:microsoft.com/office/officeart/2008/layout/NameandTitleOrganizationalChart"/>
    <dgm:cxn modelId="{C49FE359-C579-F94F-A9C5-537074FBE0E9}" type="presParOf" srcId="{766FB653-BCFC-114B-B311-4FD35B06A73B}" destId="{A1AE446A-0047-8C4E-9D3E-55A991120C7D}" srcOrd="0" destOrd="0" presId="urn:microsoft.com/office/officeart/2008/layout/NameandTitleOrganizationalChart"/>
    <dgm:cxn modelId="{922F1EEC-98F2-9C45-8B39-77E4550EBF8D}" type="presParOf" srcId="{766FB653-BCFC-114B-B311-4FD35B06A73B}" destId="{91ECA5DE-861E-4442-8763-DB0E0B39302C}" srcOrd="1" destOrd="0" presId="urn:microsoft.com/office/officeart/2008/layout/NameandTitleOrganizationalChart"/>
    <dgm:cxn modelId="{D610BC7B-ADDA-F34E-821C-0B9DFBDE10A1}" type="presParOf" srcId="{766FB653-BCFC-114B-B311-4FD35B06A73B}" destId="{B980A626-39EF-E647-9FB9-BF99E4D32CA3}" srcOrd="2" destOrd="0" presId="urn:microsoft.com/office/officeart/2008/layout/NameandTitleOrganizationalChart"/>
    <dgm:cxn modelId="{6C9BD306-6187-2442-9FC5-73FADC75DC72}" type="presParOf" srcId="{5E889795-6782-A24E-BF92-E51903269E0E}" destId="{D433F9A2-5507-EF41-861E-09B8351F5E72}" srcOrd="1" destOrd="0" presId="urn:microsoft.com/office/officeart/2008/layout/NameandTitleOrganizationalChart"/>
    <dgm:cxn modelId="{92BFB498-FDE0-8F47-95E8-54E65E81C654}" type="presParOf" srcId="{D433F9A2-5507-EF41-861E-09B8351F5E72}" destId="{DE34FC2E-9479-7E4F-8E62-0B928C6047B5}" srcOrd="0" destOrd="0" presId="urn:microsoft.com/office/officeart/2008/layout/NameandTitleOrganizationalChart"/>
    <dgm:cxn modelId="{BFC89DCC-1E0D-0443-A591-4EB8A89ACD09}" type="presParOf" srcId="{D433F9A2-5507-EF41-861E-09B8351F5E72}" destId="{FF43AD30-7C59-7147-948F-C612C8DF13F1}" srcOrd="1" destOrd="0" presId="urn:microsoft.com/office/officeart/2008/layout/NameandTitleOrganizationalChart"/>
    <dgm:cxn modelId="{4DDDEC8A-B59A-A947-A493-62D3058FFC97}" type="presParOf" srcId="{FF43AD30-7C59-7147-948F-C612C8DF13F1}" destId="{9639714D-14F4-9543-A2AF-25EF964DA059}" srcOrd="0" destOrd="0" presId="urn:microsoft.com/office/officeart/2008/layout/NameandTitleOrganizationalChart"/>
    <dgm:cxn modelId="{3AC79A3F-B7D6-0C40-9DE2-CEEB2B8D53DF}" type="presParOf" srcId="{9639714D-14F4-9543-A2AF-25EF964DA059}" destId="{4EA9723F-9959-9141-B573-6DFDBCE50BB0}" srcOrd="0" destOrd="0" presId="urn:microsoft.com/office/officeart/2008/layout/NameandTitleOrganizationalChart"/>
    <dgm:cxn modelId="{B93946AF-DDA8-554C-857E-674ADEF0403B}" type="presParOf" srcId="{9639714D-14F4-9543-A2AF-25EF964DA059}" destId="{7EA36EEA-0B0D-8842-8B5C-DD92CFCF0420}" srcOrd="1" destOrd="0" presId="urn:microsoft.com/office/officeart/2008/layout/NameandTitleOrganizationalChart"/>
    <dgm:cxn modelId="{95D6F055-7C8B-004A-B469-F0F7A887D46E}" type="presParOf" srcId="{9639714D-14F4-9543-A2AF-25EF964DA059}" destId="{DEA204C6-00FA-7748-89D4-359AEFE78192}" srcOrd="2" destOrd="0" presId="urn:microsoft.com/office/officeart/2008/layout/NameandTitleOrganizationalChart"/>
    <dgm:cxn modelId="{D9FDCF7B-D65B-844C-A70B-96A1ACB7877F}" type="presParOf" srcId="{FF43AD30-7C59-7147-948F-C612C8DF13F1}" destId="{708DC3C9-BECB-CA45-9B2A-0EDB529F450E}" srcOrd="1" destOrd="0" presId="urn:microsoft.com/office/officeart/2008/layout/NameandTitleOrganizationalChart"/>
    <dgm:cxn modelId="{0BDD302C-DE70-2443-89D4-863BDC884B1A}" type="presParOf" srcId="{FF43AD30-7C59-7147-948F-C612C8DF13F1}" destId="{3CA87682-1A8B-984C-B493-B3B4B414D528}" srcOrd="2" destOrd="0" presId="urn:microsoft.com/office/officeart/2008/layout/NameandTitleOrganizationalChart"/>
    <dgm:cxn modelId="{3AEAC926-86C6-CD41-84C0-A779AD002625}" type="presParOf" srcId="{D433F9A2-5507-EF41-861E-09B8351F5E72}" destId="{B0CAFDEB-DFD1-234A-B796-9A1050B34DB3}" srcOrd="2" destOrd="0" presId="urn:microsoft.com/office/officeart/2008/layout/NameandTitleOrganizationalChart"/>
    <dgm:cxn modelId="{F1059FC6-069A-8345-96DC-5B7B381D7285}" type="presParOf" srcId="{D433F9A2-5507-EF41-861E-09B8351F5E72}" destId="{64918DE8-2FAF-D144-BCBB-53A1A45F9673}" srcOrd="3" destOrd="0" presId="urn:microsoft.com/office/officeart/2008/layout/NameandTitleOrganizationalChart"/>
    <dgm:cxn modelId="{9418E707-EA8C-8340-A020-D24A7C03A046}" type="presParOf" srcId="{64918DE8-2FAF-D144-BCBB-53A1A45F9673}" destId="{31C30451-5864-4245-A7DE-44B104B73C13}" srcOrd="0" destOrd="0" presId="urn:microsoft.com/office/officeart/2008/layout/NameandTitleOrganizationalChart"/>
    <dgm:cxn modelId="{E901599E-22C8-D846-B8BD-22BA9C876AF2}" type="presParOf" srcId="{31C30451-5864-4245-A7DE-44B104B73C13}" destId="{B5326F5F-85CD-D14C-A9C5-C9EABDC2B430}" srcOrd="0" destOrd="0" presId="urn:microsoft.com/office/officeart/2008/layout/NameandTitleOrganizationalChart"/>
    <dgm:cxn modelId="{B8E96730-05E2-F042-B769-D9615F78DE4B}" type="presParOf" srcId="{31C30451-5864-4245-A7DE-44B104B73C13}" destId="{EB612769-8243-5746-9EA9-CB57E60CF96B}" srcOrd="1" destOrd="0" presId="urn:microsoft.com/office/officeart/2008/layout/NameandTitleOrganizationalChart"/>
    <dgm:cxn modelId="{034BB2CB-4F9C-2341-85A0-93F73EF4E4D0}" type="presParOf" srcId="{31C30451-5864-4245-A7DE-44B104B73C13}" destId="{17944435-E787-614E-9310-75873253C1BA}" srcOrd="2" destOrd="0" presId="urn:microsoft.com/office/officeart/2008/layout/NameandTitleOrganizationalChart"/>
    <dgm:cxn modelId="{58ECE462-F56A-1345-A35D-0D2367171916}" type="presParOf" srcId="{64918DE8-2FAF-D144-BCBB-53A1A45F9673}" destId="{E25A2013-81D5-C34C-8950-D416A3EE1543}" srcOrd="1" destOrd="0" presId="urn:microsoft.com/office/officeart/2008/layout/NameandTitleOrganizationalChart"/>
    <dgm:cxn modelId="{0B6C81B2-524F-724B-9939-B3320C17E4A6}" type="presParOf" srcId="{64918DE8-2FAF-D144-BCBB-53A1A45F9673}" destId="{BC3821AD-73FB-5D4B-86F5-32178FD8736C}" srcOrd="2" destOrd="0" presId="urn:microsoft.com/office/officeart/2008/layout/NameandTitleOrganizationalChart"/>
    <dgm:cxn modelId="{231C80C6-BD62-FC45-BA3D-6C9A5759F72D}" type="presParOf" srcId="{D433F9A2-5507-EF41-861E-09B8351F5E72}" destId="{E99D84E3-3849-5741-B25B-8971A25E20D8}" srcOrd="4" destOrd="0" presId="urn:microsoft.com/office/officeart/2008/layout/NameandTitleOrganizationalChart"/>
    <dgm:cxn modelId="{18A791E0-C060-504E-BED3-032210DFC9D4}" type="presParOf" srcId="{D433F9A2-5507-EF41-861E-09B8351F5E72}" destId="{3B33BC87-EA8A-5E4A-A9EC-2946F50F7648}" srcOrd="5" destOrd="0" presId="urn:microsoft.com/office/officeart/2008/layout/NameandTitleOrganizationalChart"/>
    <dgm:cxn modelId="{20DE4244-7D56-9642-9450-668BF245DC51}" type="presParOf" srcId="{3B33BC87-EA8A-5E4A-A9EC-2946F50F7648}" destId="{62C5180B-DFDB-394B-9178-5931034629F5}" srcOrd="0" destOrd="0" presId="urn:microsoft.com/office/officeart/2008/layout/NameandTitleOrganizationalChart"/>
    <dgm:cxn modelId="{5785C8D3-B4D5-4649-9C34-57ACDDA773FA}" type="presParOf" srcId="{62C5180B-DFDB-394B-9178-5931034629F5}" destId="{783D82F0-7E2B-334D-9DDA-8B49B92F0EFE}" srcOrd="0" destOrd="0" presId="urn:microsoft.com/office/officeart/2008/layout/NameandTitleOrganizationalChart"/>
    <dgm:cxn modelId="{6AB98909-1232-AA48-BA4A-C4EB0DC99713}" type="presParOf" srcId="{62C5180B-DFDB-394B-9178-5931034629F5}" destId="{3CE850CE-6D35-BF48-9721-995397670EE9}" srcOrd="1" destOrd="0" presId="urn:microsoft.com/office/officeart/2008/layout/NameandTitleOrganizationalChart"/>
    <dgm:cxn modelId="{1952FCC5-B2D9-6B45-8A78-AD0B28E16AA5}" type="presParOf" srcId="{62C5180B-DFDB-394B-9178-5931034629F5}" destId="{3BE6939D-D6F1-F740-A794-89F5C3F5375F}" srcOrd="2" destOrd="0" presId="urn:microsoft.com/office/officeart/2008/layout/NameandTitleOrganizationalChart"/>
    <dgm:cxn modelId="{925FA9B3-C756-C542-BB43-90BEA9132ECD}" type="presParOf" srcId="{3B33BC87-EA8A-5E4A-A9EC-2946F50F7648}" destId="{0BE25EDA-E2F7-824E-B110-861BEEEAC577}" srcOrd="1" destOrd="0" presId="urn:microsoft.com/office/officeart/2008/layout/NameandTitleOrganizationalChart"/>
    <dgm:cxn modelId="{C0AFD176-466C-2F40-876B-73CEEB8D6528}" type="presParOf" srcId="{3B33BC87-EA8A-5E4A-A9EC-2946F50F7648}" destId="{172269EC-7878-2943-A0FF-633769EFEFEE}" srcOrd="2" destOrd="0" presId="urn:microsoft.com/office/officeart/2008/layout/NameandTitleOrganizationalChart"/>
    <dgm:cxn modelId="{2A473158-38CF-3E47-BAFE-1A2777B0F787}" type="presParOf" srcId="{5E889795-6782-A24E-BF92-E51903269E0E}" destId="{48F26BFE-2531-4E45-9C50-110C6DBF13A0}" srcOrd="2" destOrd="0" presId="urn:microsoft.com/office/officeart/2008/layout/NameandTitleOrganizationalChart"/>
    <dgm:cxn modelId="{E280349C-0BC0-8E44-9DDA-8550D500323F}" type="presParOf" srcId="{BEBEA59C-1FB8-504D-9DB9-5FF9F2C78408}" destId="{05176577-13E7-134B-A0CB-3DB5455D0EE0}" srcOrd="2" destOrd="0" presId="urn:microsoft.com/office/officeart/2008/layout/NameandTitleOrganizationalChart"/>
    <dgm:cxn modelId="{7AFF176F-1FE7-6C49-AA8D-05CD4E17F191}" type="presParOf" srcId="{05176577-13E7-134B-A0CB-3DB5455D0EE0}" destId="{D7BF0B38-8060-5D4E-9377-787EC9B31C33}" srcOrd="0" destOrd="0" presId="urn:microsoft.com/office/officeart/2008/layout/NameandTitleOrganizationalChart"/>
    <dgm:cxn modelId="{D80A871F-A225-924F-883E-0A588A630980}" type="presParOf" srcId="{05176577-13E7-134B-A0CB-3DB5455D0EE0}" destId="{FB47AF75-AF63-9E45-A118-F1C2EF0CB1C8}" srcOrd="1" destOrd="0" presId="urn:microsoft.com/office/officeart/2008/layout/NameandTitleOrganizationalChart"/>
    <dgm:cxn modelId="{C688E67B-1B99-0A43-A625-3C231B6B0735}" type="presParOf" srcId="{FB47AF75-AF63-9E45-A118-F1C2EF0CB1C8}" destId="{F99021E1-A4CC-A542-9B10-747B8FF041AA}" srcOrd="0" destOrd="0" presId="urn:microsoft.com/office/officeart/2008/layout/NameandTitleOrganizationalChart"/>
    <dgm:cxn modelId="{546E8623-7066-9442-B3CF-C56DB120740F}" type="presParOf" srcId="{F99021E1-A4CC-A542-9B10-747B8FF041AA}" destId="{B4DD857B-7CB3-9441-B229-D2A5C16C242C}" srcOrd="0" destOrd="0" presId="urn:microsoft.com/office/officeart/2008/layout/NameandTitleOrganizationalChart"/>
    <dgm:cxn modelId="{F3E520E6-F8BA-DA4E-B9CD-7AC8E4DE267A}" type="presParOf" srcId="{F99021E1-A4CC-A542-9B10-747B8FF041AA}" destId="{9838EDAF-B8D1-0C4A-B2ED-DBFE24A7E462}" srcOrd="1" destOrd="0" presId="urn:microsoft.com/office/officeart/2008/layout/NameandTitleOrganizationalChart"/>
    <dgm:cxn modelId="{F234562A-852B-5B45-919E-552068AFA978}" type="presParOf" srcId="{F99021E1-A4CC-A542-9B10-747B8FF041AA}" destId="{FB7FF25E-D319-6A43-BC31-4AABF840D785}" srcOrd="2" destOrd="0" presId="urn:microsoft.com/office/officeart/2008/layout/NameandTitleOrganizationalChart"/>
    <dgm:cxn modelId="{CFF8025C-DAEE-D84A-863D-8F79A8F16BD2}" type="presParOf" srcId="{FB47AF75-AF63-9E45-A118-F1C2EF0CB1C8}" destId="{FCAF7B63-25C1-0441-A3B2-66476AF10AAD}" srcOrd="1" destOrd="0" presId="urn:microsoft.com/office/officeart/2008/layout/NameandTitleOrganizationalChart"/>
    <dgm:cxn modelId="{30F0E5B1-EE1B-164A-8714-B17CC12B5540}" type="presParOf" srcId="{FB47AF75-AF63-9E45-A118-F1C2EF0CB1C8}" destId="{DA5DD647-41A0-3546-9797-FA1BAB5A0F06}" srcOrd="2" destOrd="0" presId="urn:microsoft.com/office/officeart/2008/layout/NameandTitleOrganizationalChart"/>
    <dgm:cxn modelId="{35015386-D11A-1846-B175-A4DF3B509A21}" type="presParOf" srcId="{9030EA74-724B-884B-9D6C-1B50357B6AFD}" destId="{BE307F01-2727-944F-A38F-2E42856C6818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BF0B38-8060-5D4E-9377-787EC9B31C33}">
      <dsp:nvSpPr>
        <dsp:cNvPr id="0" name=""/>
        <dsp:cNvSpPr/>
      </dsp:nvSpPr>
      <dsp:spPr>
        <a:xfrm>
          <a:off x="4114507" y="1936084"/>
          <a:ext cx="247678" cy="809151"/>
        </a:xfrm>
        <a:custGeom>
          <a:avLst/>
          <a:gdLst/>
          <a:ahLst/>
          <a:cxnLst/>
          <a:rect l="0" t="0" r="0" b="0"/>
          <a:pathLst>
            <a:path>
              <a:moveTo>
                <a:pt x="247678" y="0"/>
              </a:moveTo>
              <a:lnTo>
                <a:pt x="247678" y="809151"/>
              </a:lnTo>
              <a:lnTo>
                <a:pt x="0" y="8091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9D84E3-3849-5741-B25B-8971A25E20D8}">
      <dsp:nvSpPr>
        <dsp:cNvPr id="0" name=""/>
        <dsp:cNvSpPr/>
      </dsp:nvSpPr>
      <dsp:spPr>
        <a:xfrm>
          <a:off x="6307567" y="4305145"/>
          <a:ext cx="1945382" cy="4337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8594"/>
              </a:lnTo>
              <a:lnTo>
                <a:pt x="1945382" y="258594"/>
              </a:lnTo>
              <a:lnTo>
                <a:pt x="1945382" y="43377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CAFDEB-DFD1-234A-B796-9A1050B34DB3}">
      <dsp:nvSpPr>
        <dsp:cNvPr id="0" name=""/>
        <dsp:cNvSpPr/>
      </dsp:nvSpPr>
      <dsp:spPr>
        <a:xfrm>
          <a:off x="6261847" y="4305145"/>
          <a:ext cx="91440" cy="43377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3377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34FC2E-9479-7E4F-8E62-0B928C6047B5}">
      <dsp:nvSpPr>
        <dsp:cNvPr id="0" name=""/>
        <dsp:cNvSpPr/>
      </dsp:nvSpPr>
      <dsp:spPr>
        <a:xfrm>
          <a:off x="4362185" y="4305145"/>
          <a:ext cx="1945382" cy="433771"/>
        </a:xfrm>
        <a:custGeom>
          <a:avLst/>
          <a:gdLst/>
          <a:ahLst/>
          <a:cxnLst/>
          <a:rect l="0" t="0" r="0" b="0"/>
          <a:pathLst>
            <a:path>
              <a:moveTo>
                <a:pt x="1945382" y="0"/>
              </a:moveTo>
              <a:lnTo>
                <a:pt x="1945382" y="258594"/>
              </a:lnTo>
              <a:lnTo>
                <a:pt x="0" y="258594"/>
              </a:lnTo>
              <a:lnTo>
                <a:pt x="0" y="43377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EB32BC-D089-2C48-97B9-14B46DDE7762}">
      <dsp:nvSpPr>
        <dsp:cNvPr id="0" name=""/>
        <dsp:cNvSpPr/>
      </dsp:nvSpPr>
      <dsp:spPr>
        <a:xfrm>
          <a:off x="4362185" y="1936084"/>
          <a:ext cx="1945382" cy="1618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3125"/>
              </a:lnTo>
              <a:lnTo>
                <a:pt x="1945382" y="1443125"/>
              </a:lnTo>
              <a:lnTo>
                <a:pt x="1945382" y="161830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317571-9C88-9E47-A679-C3D1D24AAD85}">
      <dsp:nvSpPr>
        <dsp:cNvPr id="0" name=""/>
        <dsp:cNvSpPr/>
      </dsp:nvSpPr>
      <dsp:spPr>
        <a:xfrm>
          <a:off x="4316465" y="1936084"/>
          <a:ext cx="91440" cy="161830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1830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32950D-9D99-7F46-9AB7-46F7C19AAEE3}">
      <dsp:nvSpPr>
        <dsp:cNvPr id="0" name=""/>
        <dsp:cNvSpPr/>
      </dsp:nvSpPr>
      <dsp:spPr>
        <a:xfrm>
          <a:off x="2416803" y="1936084"/>
          <a:ext cx="1945382" cy="1618302"/>
        </a:xfrm>
        <a:custGeom>
          <a:avLst/>
          <a:gdLst/>
          <a:ahLst/>
          <a:cxnLst/>
          <a:rect l="0" t="0" r="0" b="0"/>
          <a:pathLst>
            <a:path>
              <a:moveTo>
                <a:pt x="1945382" y="0"/>
              </a:moveTo>
              <a:lnTo>
                <a:pt x="1945382" y="1443125"/>
              </a:lnTo>
              <a:lnTo>
                <a:pt x="0" y="1443125"/>
              </a:lnTo>
              <a:lnTo>
                <a:pt x="0" y="161830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BF9748-8BF2-E94A-8F8C-8E1E2C06F513}">
      <dsp:nvSpPr>
        <dsp:cNvPr id="0" name=""/>
        <dsp:cNvSpPr/>
      </dsp:nvSpPr>
      <dsp:spPr>
        <a:xfrm>
          <a:off x="4316465" y="751553"/>
          <a:ext cx="91440" cy="43377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3377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16629A-D4D4-4C44-A6AC-87E2C3CD43A8}">
      <dsp:nvSpPr>
        <dsp:cNvPr id="0" name=""/>
        <dsp:cNvSpPr/>
      </dsp:nvSpPr>
      <dsp:spPr>
        <a:xfrm>
          <a:off x="3637173" y="794"/>
          <a:ext cx="1450025" cy="75075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05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Board</a:t>
          </a:r>
        </a:p>
      </dsp:txBody>
      <dsp:txXfrm>
        <a:off x="3637173" y="794"/>
        <a:ext cx="1450025" cy="750758"/>
      </dsp:txXfrm>
    </dsp:sp>
    <dsp:sp modelId="{47863973-895B-BE47-B2FB-96A8984A47D5}">
      <dsp:nvSpPr>
        <dsp:cNvPr id="0" name=""/>
        <dsp:cNvSpPr/>
      </dsp:nvSpPr>
      <dsp:spPr>
        <a:xfrm>
          <a:off x="3927178" y="584718"/>
          <a:ext cx="1305022" cy="2502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40640" bIns="10160" numCol="1" spcCol="1270" anchor="ctr" anchorCtr="0">
          <a:noAutofit/>
        </a:bodyPr>
        <a:lstStyle/>
        <a:p>
          <a:pPr lvl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3927178" y="584718"/>
        <a:ext cx="1305022" cy="250252"/>
      </dsp:txXfrm>
    </dsp:sp>
    <dsp:sp modelId="{150AB9C8-972E-1641-B58C-4BCA4BB6FEDC}">
      <dsp:nvSpPr>
        <dsp:cNvPr id="0" name=""/>
        <dsp:cNvSpPr/>
      </dsp:nvSpPr>
      <dsp:spPr>
        <a:xfrm>
          <a:off x="3637173" y="1185325"/>
          <a:ext cx="1450025" cy="75075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05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Man Dir</a:t>
          </a:r>
          <a:endParaRPr lang="en-US" sz="2200" kern="1200" dirty="0"/>
        </a:p>
      </dsp:txBody>
      <dsp:txXfrm>
        <a:off x="3637173" y="1185325"/>
        <a:ext cx="1450025" cy="750758"/>
      </dsp:txXfrm>
    </dsp:sp>
    <dsp:sp modelId="{69F7085D-6484-754A-ACFF-809971291575}">
      <dsp:nvSpPr>
        <dsp:cNvPr id="0" name=""/>
        <dsp:cNvSpPr/>
      </dsp:nvSpPr>
      <dsp:spPr>
        <a:xfrm>
          <a:off x="3927178" y="1769249"/>
          <a:ext cx="1305022" cy="2502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40640" bIns="10160" numCol="1" spcCol="1270" anchor="ctr" anchorCtr="0">
          <a:noAutofit/>
        </a:bodyPr>
        <a:lstStyle/>
        <a:p>
          <a:pPr lvl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3927178" y="1769249"/>
        <a:ext cx="1305022" cy="250252"/>
      </dsp:txXfrm>
    </dsp:sp>
    <dsp:sp modelId="{F52BD7E8-EC5B-D74D-9C1E-78AC4BBB91DF}">
      <dsp:nvSpPr>
        <dsp:cNvPr id="0" name=""/>
        <dsp:cNvSpPr/>
      </dsp:nvSpPr>
      <dsp:spPr>
        <a:xfrm>
          <a:off x="1691791" y="3554386"/>
          <a:ext cx="1450025" cy="75075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05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Sales / </a:t>
          </a:r>
          <a:r>
            <a:rPr lang="en-US" sz="2200" kern="1200" smtClean="0"/>
            <a:t>Mktg</a:t>
          </a:r>
          <a:endParaRPr lang="en-US" sz="2200" kern="1200" dirty="0"/>
        </a:p>
      </dsp:txBody>
      <dsp:txXfrm>
        <a:off x="1691791" y="3554386"/>
        <a:ext cx="1450025" cy="750758"/>
      </dsp:txXfrm>
    </dsp:sp>
    <dsp:sp modelId="{473636B7-B938-6740-B424-59F52D006807}">
      <dsp:nvSpPr>
        <dsp:cNvPr id="0" name=""/>
        <dsp:cNvSpPr/>
      </dsp:nvSpPr>
      <dsp:spPr>
        <a:xfrm>
          <a:off x="1981796" y="4138310"/>
          <a:ext cx="1305022" cy="2502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40640" bIns="10160" numCol="1" spcCol="1270" anchor="ctr" anchorCtr="0">
          <a:noAutofit/>
        </a:bodyPr>
        <a:lstStyle/>
        <a:p>
          <a:pPr lvl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1981796" y="4138310"/>
        <a:ext cx="1305022" cy="250252"/>
      </dsp:txXfrm>
    </dsp:sp>
    <dsp:sp modelId="{71B75011-C46B-1B4E-84CA-ABEB5585FF97}">
      <dsp:nvSpPr>
        <dsp:cNvPr id="0" name=""/>
        <dsp:cNvSpPr/>
      </dsp:nvSpPr>
      <dsp:spPr>
        <a:xfrm>
          <a:off x="3637173" y="3554386"/>
          <a:ext cx="1450025" cy="75075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05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Admin</a:t>
          </a:r>
          <a:endParaRPr lang="en-US" sz="2200" kern="1200" dirty="0"/>
        </a:p>
      </dsp:txBody>
      <dsp:txXfrm>
        <a:off x="3637173" y="3554386"/>
        <a:ext cx="1450025" cy="750758"/>
      </dsp:txXfrm>
    </dsp:sp>
    <dsp:sp modelId="{F8A20F3A-559C-9743-B777-709CEFE0BA14}">
      <dsp:nvSpPr>
        <dsp:cNvPr id="0" name=""/>
        <dsp:cNvSpPr/>
      </dsp:nvSpPr>
      <dsp:spPr>
        <a:xfrm>
          <a:off x="3927178" y="4138310"/>
          <a:ext cx="1305022" cy="2502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40640" bIns="10160" numCol="1" spcCol="1270" anchor="ctr" anchorCtr="0">
          <a:noAutofit/>
        </a:bodyPr>
        <a:lstStyle/>
        <a:p>
          <a:pPr lvl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3927178" y="4138310"/>
        <a:ext cx="1305022" cy="250252"/>
      </dsp:txXfrm>
    </dsp:sp>
    <dsp:sp modelId="{A1AE446A-0047-8C4E-9D3E-55A991120C7D}">
      <dsp:nvSpPr>
        <dsp:cNvPr id="0" name=""/>
        <dsp:cNvSpPr/>
      </dsp:nvSpPr>
      <dsp:spPr>
        <a:xfrm>
          <a:off x="5582555" y="3554386"/>
          <a:ext cx="1450025" cy="75075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05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Operations</a:t>
          </a:r>
          <a:endParaRPr lang="en-US" sz="2200" kern="1200" dirty="0"/>
        </a:p>
      </dsp:txBody>
      <dsp:txXfrm>
        <a:off x="5582555" y="3554386"/>
        <a:ext cx="1450025" cy="750758"/>
      </dsp:txXfrm>
    </dsp:sp>
    <dsp:sp modelId="{91ECA5DE-861E-4442-8763-DB0E0B39302C}">
      <dsp:nvSpPr>
        <dsp:cNvPr id="0" name=""/>
        <dsp:cNvSpPr/>
      </dsp:nvSpPr>
      <dsp:spPr>
        <a:xfrm>
          <a:off x="5872560" y="4138310"/>
          <a:ext cx="1305022" cy="2502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40640" bIns="10160" numCol="1" spcCol="1270" anchor="ctr" anchorCtr="0">
          <a:noAutofit/>
        </a:bodyPr>
        <a:lstStyle/>
        <a:p>
          <a:pPr lvl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5872560" y="4138310"/>
        <a:ext cx="1305022" cy="250252"/>
      </dsp:txXfrm>
    </dsp:sp>
    <dsp:sp modelId="{4EA9723F-9959-9141-B573-6DFDBCE50BB0}">
      <dsp:nvSpPr>
        <dsp:cNvPr id="0" name=""/>
        <dsp:cNvSpPr/>
      </dsp:nvSpPr>
      <dsp:spPr>
        <a:xfrm>
          <a:off x="3637173" y="4738917"/>
          <a:ext cx="1450025" cy="75075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05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Ops</a:t>
          </a:r>
          <a:endParaRPr lang="en-US" sz="2200" kern="1200" dirty="0"/>
        </a:p>
      </dsp:txBody>
      <dsp:txXfrm>
        <a:off x="3637173" y="4738917"/>
        <a:ext cx="1450025" cy="750758"/>
      </dsp:txXfrm>
    </dsp:sp>
    <dsp:sp modelId="{7EA36EEA-0B0D-8842-8B5C-DD92CFCF0420}">
      <dsp:nvSpPr>
        <dsp:cNvPr id="0" name=""/>
        <dsp:cNvSpPr/>
      </dsp:nvSpPr>
      <dsp:spPr>
        <a:xfrm>
          <a:off x="3927178" y="5322841"/>
          <a:ext cx="1305022" cy="2502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40640" bIns="10160" numCol="1" spcCol="1270" anchor="ctr" anchorCtr="0">
          <a:noAutofit/>
        </a:bodyPr>
        <a:lstStyle/>
        <a:p>
          <a:pPr lvl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3927178" y="5322841"/>
        <a:ext cx="1305022" cy="250252"/>
      </dsp:txXfrm>
    </dsp:sp>
    <dsp:sp modelId="{B5326F5F-85CD-D14C-A9C5-C9EABDC2B430}">
      <dsp:nvSpPr>
        <dsp:cNvPr id="0" name=""/>
        <dsp:cNvSpPr/>
      </dsp:nvSpPr>
      <dsp:spPr>
        <a:xfrm>
          <a:off x="5582555" y="4738917"/>
          <a:ext cx="1450025" cy="75075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05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Dev</a:t>
          </a:r>
          <a:endParaRPr lang="en-US" sz="2200" kern="1200" dirty="0"/>
        </a:p>
      </dsp:txBody>
      <dsp:txXfrm>
        <a:off x="5582555" y="4738917"/>
        <a:ext cx="1450025" cy="750758"/>
      </dsp:txXfrm>
    </dsp:sp>
    <dsp:sp modelId="{EB612769-8243-5746-9EA9-CB57E60CF96B}">
      <dsp:nvSpPr>
        <dsp:cNvPr id="0" name=""/>
        <dsp:cNvSpPr/>
      </dsp:nvSpPr>
      <dsp:spPr>
        <a:xfrm>
          <a:off x="5872560" y="5322841"/>
          <a:ext cx="1305022" cy="2502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40640" bIns="10160" numCol="1" spcCol="1270" anchor="ctr" anchorCtr="0">
          <a:noAutofit/>
        </a:bodyPr>
        <a:lstStyle/>
        <a:p>
          <a:pPr lvl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5872560" y="5322841"/>
        <a:ext cx="1305022" cy="250252"/>
      </dsp:txXfrm>
    </dsp:sp>
    <dsp:sp modelId="{783D82F0-7E2B-334D-9DDA-8B49B92F0EFE}">
      <dsp:nvSpPr>
        <dsp:cNvPr id="0" name=""/>
        <dsp:cNvSpPr/>
      </dsp:nvSpPr>
      <dsp:spPr>
        <a:xfrm>
          <a:off x="7527937" y="4738917"/>
          <a:ext cx="1450025" cy="75075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05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smtClean="0"/>
            <a:t>BI / ML</a:t>
          </a:r>
          <a:endParaRPr lang="en-US" sz="2200" kern="1200" dirty="0"/>
        </a:p>
      </dsp:txBody>
      <dsp:txXfrm>
        <a:off x="7527937" y="4738917"/>
        <a:ext cx="1450025" cy="750758"/>
      </dsp:txXfrm>
    </dsp:sp>
    <dsp:sp modelId="{3CE850CE-6D35-BF48-9721-995397670EE9}">
      <dsp:nvSpPr>
        <dsp:cNvPr id="0" name=""/>
        <dsp:cNvSpPr/>
      </dsp:nvSpPr>
      <dsp:spPr>
        <a:xfrm>
          <a:off x="7817942" y="5322841"/>
          <a:ext cx="1305022" cy="2502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40640" bIns="10160" numCol="1" spcCol="1270" anchor="ctr" anchorCtr="0">
          <a:noAutofit/>
        </a:bodyPr>
        <a:lstStyle/>
        <a:p>
          <a:pPr lvl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7817942" y="5322841"/>
        <a:ext cx="1305022" cy="250252"/>
      </dsp:txXfrm>
    </dsp:sp>
    <dsp:sp modelId="{B4DD857B-7CB3-9441-B229-D2A5C16C242C}">
      <dsp:nvSpPr>
        <dsp:cNvPr id="0" name=""/>
        <dsp:cNvSpPr/>
      </dsp:nvSpPr>
      <dsp:spPr>
        <a:xfrm>
          <a:off x="2664482" y="2369856"/>
          <a:ext cx="1450025" cy="75075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05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err="1" smtClean="0"/>
            <a:t>Offc</a:t>
          </a:r>
          <a:r>
            <a:rPr lang="en-US" sz="2200" kern="1200" dirty="0" smtClean="0"/>
            <a:t>. Man.</a:t>
          </a:r>
          <a:endParaRPr lang="en-US" sz="2200" kern="1200" dirty="0"/>
        </a:p>
      </dsp:txBody>
      <dsp:txXfrm>
        <a:off x="2664482" y="2369856"/>
        <a:ext cx="1450025" cy="750758"/>
      </dsp:txXfrm>
    </dsp:sp>
    <dsp:sp modelId="{9838EDAF-B8D1-0C4A-B2ED-DBFE24A7E462}">
      <dsp:nvSpPr>
        <dsp:cNvPr id="0" name=""/>
        <dsp:cNvSpPr/>
      </dsp:nvSpPr>
      <dsp:spPr>
        <a:xfrm>
          <a:off x="2954487" y="2953779"/>
          <a:ext cx="1305022" cy="2502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40640" bIns="10160" numCol="1" spcCol="1270" anchor="ctr" anchorCtr="0">
          <a:noAutofit/>
        </a:bodyPr>
        <a:lstStyle/>
        <a:p>
          <a:pPr lvl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2954487" y="2953779"/>
        <a:ext cx="1305022" cy="2502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4BA9F-8329-4848-B44A-F7C323E95541}" type="datetimeFigureOut">
              <a:rPr lang="en-US" smtClean="0"/>
              <a:t>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71AC-94EB-754F-9739-4768EFB4A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91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4BA9F-8329-4848-B44A-F7C323E95541}" type="datetimeFigureOut">
              <a:rPr lang="en-US" smtClean="0"/>
              <a:t>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71AC-94EB-754F-9739-4768EFB4A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40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4BA9F-8329-4848-B44A-F7C323E95541}" type="datetimeFigureOut">
              <a:rPr lang="en-US" smtClean="0"/>
              <a:t>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71AC-94EB-754F-9739-4768EFB4A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98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4BA9F-8329-4848-B44A-F7C323E95541}" type="datetimeFigureOut">
              <a:rPr lang="en-US" smtClean="0"/>
              <a:t>1/10/18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71AC-94EB-754F-9739-4768EFB4A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21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4BA9F-8329-4848-B44A-F7C323E95541}" type="datetimeFigureOut">
              <a:rPr lang="en-US" smtClean="0"/>
              <a:t>1/10/18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71AC-94EB-754F-9739-4768EFB4A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61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4BA9F-8329-4848-B44A-F7C323E95541}" type="datetimeFigureOut">
              <a:rPr lang="en-US" smtClean="0"/>
              <a:t>1/10/18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71AC-94EB-754F-9739-4768EFB4A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09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4BA9F-8329-4848-B44A-F7C323E95541}" type="datetimeFigureOut">
              <a:rPr lang="en-US" smtClean="0"/>
              <a:t>1/10/18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71AC-94EB-754F-9739-4768EFB4A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0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4BA9F-8329-4848-B44A-F7C323E95541}" type="datetimeFigureOut">
              <a:rPr lang="en-US" smtClean="0"/>
              <a:t>1/10/18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71AC-94EB-754F-9739-4768EFB4A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399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4BA9F-8329-4848-B44A-F7C323E95541}" type="datetimeFigureOut">
              <a:rPr lang="en-US" smtClean="0"/>
              <a:t>1/10/18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71AC-94EB-754F-9739-4768EFB4A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13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4BA9F-8329-4848-B44A-F7C323E95541}" type="datetimeFigureOut">
              <a:rPr lang="en-US" smtClean="0"/>
              <a:t>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71AC-94EB-754F-9739-4768EFB4A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85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4BA9F-8329-4848-B44A-F7C323E95541}" type="datetimeFigureOut">
              <a:rPr lang="en-US" smtClean="0"/>
              <a:t>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71AC-94EB-754F-9739-4768EFB4A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72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4BA9F-8329-4848-B44A-F7C323E95541}" type="datetimeFigureOut">
              <a:rPr lang="en-US" smtClean="0"/>
              <a:t>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371AC-94EB-754F-9739-4768EFB4A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248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18227054"/>
              </p:ext>
            </p:extLst>
          </p:nvPr>
        </p:nvGraphicFramePr>
        <p:xfrm>
          <a:off x="880533" y="587021"/>
          <a:ext cx="10814756" cy="5573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590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Slooten</dc:creator>
  <cp:lastModifiedBy>Simon Slooten</cp:lastModifiedBy>
  <cp:revision>3</cp:revision>
  <dcterms:created xsi:type="dcterms:W3CDTF">2017-11-30T22:00:07Z</dcterms:created>
  <dcterms:modified xsi:type="dcterms:W3CDTF">2018-01-10T12:29:25Z</dcterms:modified>
</cp:coreProperties>
</file>